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69" r:id="rId5"/>
    <p:sldId id="260" r:id="rId6"/>
    <p:sldId id="270" r:id="rId7"/>
    <p:sldId id="261" r:id="rId8"/>
    <p:sldId id="267" r:id="rId9"/>
    <p:sldId id="262" r:id="rId10"/>
    <p:sldId id="263" r:id="rId11"/>
    <p:sldId id="264" r:id="rId12"/>
    <p:sldId id="268" r:id="rId13"/>
    <p:sldId id="265" r:id="rId14"/>
    <p:sldId id="271" r:id="rId15"/>
    <p:sldId id="266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144" userDrawn="1">
          <p15:clr>
            <a:srgbClr val="A4A3A4"/>
          </p15:clr>
        </p15:guide>
        <p15:guide id="4" pos="672" userDrawn="1">
          <p15:clr>
            <a:srgbClr val="A4A3A4"/>
          </p15:clr>
        </p15:guide>
        <p15:guide id="5" pos="2688" userDrawn="1">
          <p15:clr>
            <a:srgbClr val="A4A3A4"/>
          </p15:clr>
        </p15:guide>
        <p15:guide id="6" pos="4992" userDrawn="1">
          <p15:clr>
            <a:srgbClr val="A4A3A4"/>
          </p15:clr>
        </p15:guide>
        <p15:guide id="7" orient="horz" pos="480" userDrawn="1">
          <p15:clr>
            <a:srgbClr val="A4A3A4"/>
          </p15:clr>
        </p15:guide>
        <p15:guide id="8" orient="horz" pos="3360" userDrawn="1">
          <p15:clr>
            <a:srgbClr val="A4A3A4"/>
          </p15:clr>
        </p15:guide>
        <p15:guide id="9" orient="horz" pos="17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8542"/>
    <a:srgbClr val="FFFFFF"/>
    <a:srgbClr val="1B587C"/>
    <a:srgbClr val="604878"/>
    <a:srgbClr val="C19859"/>
    <a:srgbClr val="FF3300"/>
    <a:srgbClr val="1A282F"/>
    <a:srgbClr val="A6A6A6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840" y="108"/>
      </p:cViewPr>
      <p:guideLst>
        <p:guide orient="horz" pos="2184"/>
        <p:guide pos="3840"/>
        <p:guide pos="6144"/>
        <p:guide pos="672"/>
        <p:guide pos="2688"/>
        <p:guide pos="4992"/>
        <p:guide orient="horz" pos="480"/>
        <p:guide orient="horz" pos="3360"/>
        <p:guide orient="horz" pos="17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647A65-69C3-418C-9226-17F1497A531D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C3E874-29D3-4EAE-A3CA-3BD5879D5624}">
      <dgm:prSet phldrT="[Text]" custT="1"/>
      <dgm:spPr>
        <a:solidFill>
          <a:srgbClr val="C00000"/>
        </a:solidFill>
      </dgm:spPr>
      <dgm:t>
        <a:bodyPr/>
        <a:lstStyle/>
        <a:p>
          <a:r>
            <a:rPr lang="en-US" sz="1200" dirty="0">
              <a:latin typeface="Titillium Web" panose="00000500000000000000" pitchFamily="2" charset="0"/>
            </a:rPr>
            <a:t>Information Security Event Management</a:t>
          </a:r>
        </a:p>
      </dgm:t>
    </dgm:pt>
    <dgm:pt modelId="{89B4FD8E-E8F8-4EE9-B529-A4722A1D8248}" type="parTrans" cxnId="{6DA9125E-5791-4C8F-9875-C1B504D01087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CEAC7725-B5F6-4CDB-A085-02F8F19CDACC}" type="sibTrans" cxnId="{6DA9125E-5791-4C8F-9875-C1B504D01087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984272D3-618B-4E40-8396-EB589A697C8A}">
      <dgm:prSet phldrT="[Text]" custT="1"/>
      <dgm:spPr/>
      <dgm:t>
        <a:bodyPr/>
        <a:lstStyle/>
        <a:p>
          <a:r>
            <a:rPr lang="en-US" sz="1000" dirty="0">
              <a:latin typeface="Titillium Web" panose="00000500000000000000" pitchFamily="2" charset="0"/>
            </a:rPr>
            <a:t>Monitoring and Detection</a:t>
          </a:r>
        </a:p>
      </dgm:t>
    </dgm:pt>
    <dgm:pt modelId="{A77717F4-6D88-40D9-8DFB-5F8D4E4694F3}" type="parTrans" cxnId="{B4C731E5-FC66-408B-BDF3-24A424298B0C}">
      <dgm:prSet/>
      <dgm:spPr/>
      <dgm:t>
        <a:bodyPr/>
        <a:lstStyle/>
        <a:p>
          <a:endParaRPr lang="en-US" sz="1000">
            <a:latin typeface="Titillium Web" panose="00000500000000000000" pitchFamily="2" charset="0"/>
          </a:endParaRPr>
        </a:p>
      </dgm:t>
    </dgm:pt>
    <dgm:pt modelId="{B5E72EDE-D189-413D-99EB-AB71858F4948}" type="sibTrans" cxnId="{B4C731E5-FC66-408B-BDF3-24A424298B0C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F5487E2C-95F6-4371-BFBF-16E65E98D593}">
      <dgm:prSet phldrT="[Text]" custT="1"/>
      <dgm:spPr/>
      <dgm:t>
        <a:bodyPr/>
        <a:lstStyle/>
        <a:p>
          <a:r>
            <a:rPr lang="en-US" sz="1000" dirty="0">
              <a:latin typeface="Titillium Web" panose="00000500000000000000" pitchFamily="2" charset="0"/>
            </a:rPr>
            <a:t>Event Analysis</a:t>
          </a:r>
        </a:p>
      </dgm:t>
    </dgm:pt>
    <dgm:pt modelId="{C93CC80E-8F71-4F29-A1DA-D5CC066FD830}" type="parTrans" cxnId="{34514827-77D3-4421-AB44-27E09AA6B2BC}">
      <dgm:prSet/>
      <dgm:spPr/>
      <dgm:t>
        <a:bodyPr/>
        <a:lstStyle/>
        <a:p>
          <a:endParaRPr lang="en-US" sz="1000">
            <a:latin typeface="Titillium Web" panose="00000500000000000000" pitchFamily="2" charset="0"/>
          </a:endParaRPr>
        </a:p>
      </dgm:t>
    </dgm:pt>
    <dgm:pt modelId="{43865A9A-F9E2-43A4-8AA8-E9B995BC6365}" type="sibTrans" cxnId="{34514827-77D3-4421-AB44-27E09AA6B2BC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C2D9842E-BA36-4147-B01F-457CBD7862E5}">
      <dgm:prSet phldrT="[Text]" custT="1"/>
      <dgm:spPr>
        <a:solidFill>
          <a:srgbClr val="1B587C"/>
        </a:solidFill>
      </dgm:spPr>
      <dgm:t>
        <a:bodyPr/>
        <a:lstStyle/>
        <a:p>
          <a:r>
            <a:rPr lang="en-US" sz="1200" dirty="0">
              <a:latin typeface="Titillium Web" panose="00000500000000000000" pitchFamily="2" charset="0"/>
            </a:rPr>
            <a:t>Information Security Incident Management</a:t>
          </a:r>
        </a:p>
      </dgm:t>
    </dgm:pt>
    <dgm:pt modelId="{7DDE2E57-B95F-4565-98CB-CFE4C6507138}" type="parTrans" cxnId="{8A4E2726-9586-4CB3-B58E-F564A38C2110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E3597B10-2A6A-4277-9D16-87FDBEE04407}" type="sibTrans" cxnId="{8A4E2726-9586-4CB3-B58E-F564A38C2110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671B7D43-4431-475B-8427-6F09EE9BABCA}">
      <dgm:prSet phldrT="[Text]" custT="1"/>
      <dgm:spPr/>
      <dgm:t>
        <a:bodyPr/>
        <a:lstStyle/>
        <a:p>
          <a:r>
            <a:rPr lang="en-US" sz="1000" dirty="0">
              <a:latin typeface="Titillium Web" panose="00000500000000000000" pitchFamily="2" charset="0"/>
            </a:rPr>
            <a:t>Incident Report Acceptance</a:t>
          </a:r>
        </a:p>
      </dgm:t>
    </dgm:pt>
    <dgm:pt modelId="{5D6131BF-03A4-49EF-9CD6-98F61A29B431}" type="parTrans" cxnId="{F74F3497-E6FA-463A-8089-D0C6D5A253BF}">
      <dgm:prSet/>
      <dgm:spPr/>
      <dgm:t>
        <a:bodyPr/>
        <a:lstStyle/>
        <a:p>
          <a:endParaRPr lang="en-US" sz="1000">
            <a:latin typeface="Titillium Web" panose="00000500000000000000" pitchFamily="2" charset="0"/>
          </a:endParaRPr>
        </a:p>
      </dgm:t>
    </dgm:pt>
    <dgm:pt modelId="{59064D30-3A4C-4C5D-A139-21100A0601B3}" type="sibTrans" cxnId="{F74F3497-E6FA-463A-8089-D0C6D5A253BF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240DB851-87E7-4E90-A17D-3E415B2FEC1E}">
      <dgm:prSet phldrT="[Text]" custT="1"/>
      <dgm:spPr/>
      <dgm:t>
        <a:bodyPr/>
        <a:lstStyle/>
        <a:p>
          <a:r>
            <a:rPr lang="en-US" sz="1000" dirty="0">
              <a:latin typeface="Titillium Web" panose="00000500000000000000" pitchFamily="2" charset="0"/>
            </a:rPr>
            <a:t>Incident Analysis</a:t>
          </a:r>
        </a:p>
      </dgm:t>
    </dgm:pt>
    <dgm:pt modelId="{DDCEF1F6-A14C-4312-BC41-41697C43161A}" type="parTrans" cxnId="{0E4424B7-BA44-4035-A620-8758FDF66502}">
      <dgm:prSet/>
      <dgm:spPr/>
      <dgm:t>
        <a:bodyPr/>
        <a:lstStyle/>
        <a:p>
          <a:endParaRPr lang="en-US" sz="1000">
            <a:latin typeface="Titillium Web" panose="00000500000000000000" pitchFamily="2" charset="0"/>
          </a:endParaRPr>
        </a:p>
      </dgm:t>
    </dgm:pt>
    <dgm:pt modelId="{C30A41EB-B4D6-42AA-A368-AA6D7AA6FF89}" type="sibTrans" cxnId="{0E4424B7-BA44-4035-A620-8758FDF66502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2FE7EAAC-384D-4251-A630-27F76DC97499}">
      <dgm:prSet phldrT="[Text]" custT="1"/>
      <dgm:spPr>
        <a:solidFill>
          <a:srgbClr val="4E8542"/>
        </a:solidFill>
      </dgm:spPr>
      <dgm:t>
        <a:bodyPr/>
        <a:lstStyle/>
        <a:p>
          <a:r>
            <a:rPr lang="en-US" sz="1200" dirty="0">
              <a:latin typeface="Titillium Web" panose="00000500000000000000" pitchFamily="2" charset="0"/>
            </a:rPr>
            <a:t>Knowledge Transfer</a:t>
          </a:r>
        </a:p>
      </dgm:t>
    </dgm:pt>
    <dgm:pt modelId="{090702E5-C17A-452D-B936-AEEFBEA50502}" type="parTrans" cxnId="{AAB7B4B8-A7E2-41E3-A867-9214CE85107F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F9332958-E571-4884-93FD-CA555EF464A5}" type="sibTrans" cxnId="{AAB7B4B8-A7E2-41E3-A867-9214CE85107F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A1946D5D-8752-4046-9046-4BAEB5034671}">
      <dgm:prSet phldrT="[Text]" custT="1"/>
      <dgm:spPr>
        <a:solidFill>
          <a:srgbClr val="604878"/>
        </a:solidFill>
      </dgm:spPr>
      <dgm:t>
        <a:bodyPr/>
        <a:lstStyle/>
        <a:p>
          <a:r>
            <a:rPr lang="en-US" sz="1200" dirty="0">
              <a:latin typeface="Titillium Web" panose="00000500000000000000" pitchFamily="2" charset="0"/>
            </a:rPr>
            <a:t>Situation Awareness</a:t>
          </a:r>
        </a:p>
      </dgm:t>
    </dgm:pt>
    <dgm:pt modelId="{A6B13C98-F8FE-478D-9C42-F0EE75A5D651}" type="parTrans" cxnId="{64C0F17B-F7BF-438E-8378-4BC6BEAC9E80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DDB19605-6698-42C4-A969-BE7535102B73}" type="sibTrans" cxnId="{64C0F17B-F7BF-438E-8378-4BC6BEAC9E80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7486CE84-615B-4E98-B90E-6DE86F50B74F}">
      <dgm:prSet phldrT="[Text]" custT="1"/>
      <dgm:spPr>
        <a:solidFill>
          <a:srgbClr val="C19859"/>
        </a:solidFill>
      </dgm:spPr>
      <dgm:t>
        <a:bodyPr/>
        <a:lstStyle/>
        <a:p>
          <a:r>
            <a:rPr lang="en-US" sz="1200" dirty="0">
              <a:latin typeface="Titillium Web" panose="00000500000000000000" pitchFamily="2" charset="0"/>
            </a:rPr>
            <a:t>Vulnerability Management</a:t>
          </a:r>
        </a:p>
      </dgm:t>
    </dgm:pt>
    <dgm:pt modelId="{F8180198-5C62-4BD4-944C-9F687FE78F5E}" type="parTrans" cxnId="{3BE6178B-CC06-4E4D-99CD-FB0F49A08561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3E9B115E-4010-4441-9D78-0A3250F440E3}" type="sibTrans" cxnId="{3BE6178B-CC06-4E4D-99CD-FB0F49A08561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4E7E3AB6-5F6C-4097-BEFB-3B2B19ADE4B5}">
      <dgm:prSet phldrT="[Text]" custT="1"/>
      <dgm:spPr/>
      <dgm:t>
        <a:bodyPr/>
        <a:lstStyle/>
        <a:p>
          <a:r>
            <a:rPr lang="en-US" sz="1000" dirty="0">
              <a:latin typeface="Titillium Web" panose="00000500000000000000" pitchFamily="2" charset="0"/>
            </a:rPr>
            <a:t>Awareness Building</a:t>
          </a:r>
        </a:p>
      </dgm:t>
    </dgm:pt>
    <dgm:pt modelId="{EBFDA699-3266-4E95-A868-9694FAE22657}" type="parTrans" cxnId="{C4E99B28-B1CF-47E1-B525-76B682BB3813}">
      <dgm:prSet/>
      <dgm:spPr/>
      <dgm:t>
        <a:bodyPr/>
        <a:lstStyle/>
        <a:p>
          <a:endParaRPr lang="en-US" sz="1000">
            <a:latin typeface="Titillium Web" panose="00000500000000000000" pitchFamily="2" charset="0"/>
          </a:endParaRPr>
        </a:p>
      </dgm:t>
    </dgm:pt>
    <dgm:pt modelId="{1CE1D49C-CDA1-4E6C-9392-A80B71B1CFD1}" type="sibTrans" cxnId="{C4E99B28-B1CF-47E1-B525-76B682BB3813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284425DF-FE9E-414D-9C27-7D35F2FFF534}">
      <dgm:prSet phldrT="[Text]" custT="1"/>
      <dgm:spPr/>
      <dgm:t>
        <a:bodyPr/>
        <a:lstStyle/>
        <a:p>
          <a:r>
            <a:rPr lang="en-US" sz="1000" dirty="0">
              <a:latin typeface="Titillium Web" panose="00000500000000000000" pitchFamily="2" charset="0"/>
            </a:rPr>
            <a:t>Training</a:t>
          </a:r>
        </a:p>
      </dgm:t>
    </dgm:pt>
    <dgm:pt modelId="{8E707F62-BAA1-4699-AAFB-0CE422664D58}" type="parTrans" cxnId="{502DE4F1-51C1-48BE-937A-C4691DC66DD1}">
      <dgm:prSet/>
      <dgm:spPr/>
      <dgm:t>
        <a:bodyPr/>
        <a:lstStyle/>
        <a:p>
          <a:endParaRPr lang="en-US" sz="1000">
            <a:latin typeface="Titillium Web" panose="00000500000000000000" pitchFamily="2" charset="0"/>
          </a:endParaRPr>
        </a:p>
      </dgm:t>
    </dgm:pt>
    <dgm:pt modelId="{A353C31A-B177-44DD-BF2B-5179CC3BAED8}" type="sibTrans" cxnId="{502DE4F1-51C1-48BE-937A-C4691DC66DD1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76525F3D-A320-480E-9D89-492560B692C3}">
      <dgm:prSet phldrT="[Text]" custT="1"/>
      <dgm:spPr/>
      <dgm:t>
        <a:bodyPr/>
        <a:lstStyle/>
        <a:p>
          <a:r>
            <a:rPr lang="en-US" sz="1000" dirty="0">
              <a:latin typeface="Titillium Web" panose="00000500000000000000" pitchFamily="2" charset="0"/>
            </a:rPr>
            <a:t>Data Acquisitions</a:t>
          </a:r>
        </a:p>
      </dgm:t>
    </dgm:pt>
    <dgm:pt modelId="{6B07452C-47F0-4FD9-BAFA-DAEFBC956081}" type="parTrans" cxnId="{B7A95429-3E02-45BF-B0DC-1F4D9133A2B4}">
      <dgm:prSet/>
      <dgm:spPr/>
      <dgm:t>
        <a:bodyPr/>
        <a:lstStyle/>
        <a:p>
          <a:endParaRPr lang="en-US" sz="1000">
            <a:latin typeface="Titillium Web" panose="00000500000000000000" pitchFamily="2" charset="0"/>
          </a:endParaRPr>
        </a:p>
      </dgm:t>
    </dgm:pt>
    <dgm:pt modelId="{776D2C29-2C45-4CAB-94CD-770AD65C151F}" type="sibTrans" cxnId="{B7A95429-3E02-45BF-B0DC-1F4D9133A2B4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4728A58D-DF51-4FE6-A965-7D2E4992A425}">
      <dgm:prSet phldrT="[Text]" custT="1"/>
      <dgm:spPr/>
      <dgm:t>
        <a:bodyPr/>
        <a:lstStyle/>
        <a:p>
          <a:r>
            <a:rPr lang="en-US" sz="1000" dirty="0">
              <a:latin typeface="Titillium Web" panose="00000500000000000000" pitchFamily="2" charset="0"/>
            </a:rPr>
            <a:t>Communication</a:t>
          </a:r>
        </a:p>
      </dgm:t>
    </dgm:pt>
    <dgm:pt modelId="{DD88C698-54E2-4CE1-9B52-70C455B12C78}" type="parTrans" cxnId="{0028A34E-5C0C-48A5-B236-7FF103B1084E}">
      <dgm:prSet/>
      <dgm:spPr/>
      <dgm:t>
        <a:bodyPr/>
        <a:lstStyle/>
        <a:p>
          <a:endParaRPr lang="en-US" sz="1000">
            <a:latin typeface="Titillium Web" panose="00000500000000000000" pitchFamily="2" charset="0"/>
          </a:endParaRPr>
        </a:p>
      </dgm:t>
    </dgm:pt>
    <dgm:pt modelId="{C19415FB-7B17-40C1-8136-05411D34A71A}" type="sibTrans" cxnId="{0028A34E-5C0C-48A5-B236-7FF103B1084E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4C058675-4B10-4565-A6CA-3B236D7589DC}">
      <dgm:prSet phldrT="[Text]" custT="1"/>
      <dgm:spPr/>
      <dgm:t>
        <a:bodyPr/>
        <a:lstStyle/>
        <a:p>
          <a:r>
            <a:rPr lang="en-US" sz="1000" dirty="0">
              <a:latin typeface="Titillium Web" panose="00000500000000000000" pitchFamily="2" charset="0"/>
            </a:rPr>
            <a:t>Vuln Research</a:t>
          </a:r>
        </a:p>
      </dgm:t>
    </dgm:pt>
    <dgm:pt modelId="{5EF4B893-6B0B-4B23-9A77-6ABD319E205E}" type="parTrans" cxnId="{F41D8543-CE2C-45F5-9D5C-E72293BB28FE}">
      <dgm:prSet/>
      <dgm:spPr/>
      <dgm:t>
        <a:bodyPr/>
        <a:lstStyle/>
        <a:p>
          <a:endParaRPr lang="en-US" sz="1000">
            <a:latin typeface="Titillium Web" panose="00000500000000000000" pitchFamily="2" charset="0"/>
          </a:endParaRPr>
        </a:p>
      </dgm:t>
    </dgm:pt>
    <dgm:pt modelId="{6D3A1BAF-E6A6-4C2B-93C0-D992EF7245BE}" type="sibTrans" cxnId="{F41D8543-CE2C-45F5-9D5C-E72293BB28FE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92A56282-0A82-4A46-B9FE-4DB77D12253E}">
      <dgm:prSet phldrT="[Text]" custT="1"/>
      <dgm:spPr/>
      <dgm:t>
        <a:bodyPr/>
        <a:lstStyle/>
        <a:p>
          <a:r>
            <a:rPr lang="en-US" sz="1000" dirty="0">
              <a:latin typeface="Titillium Web" panose="00000500000000000000" pitchFamily="2" charset="0"/>
            </a:rPr>
            <a:t>Vuln Analysis</a:t>
          </a:r>
        </a:p>
      </dgm:t>
    </dgm:pt>
    <dgm:pt modelId="{A9F5035D-43DF-4EA8-BCC2-BF7816967DCA}" type="parTrans" cxnId="{C283E10C-4187-4031-9A64-69927E3F342E}">
      <dgm:prSet/>
      <dgm:spPr/>
      <dgm:t>
        <a:bodyPr/>
        <a:lstStyle/>
        <a:p>
          <a:endParaRPr lang="en-US" sz="1000">
            <a:latin typeface="Titillium Web" panose="00000500000000000000" pitchFamily="2" charset="0"/>
          </a:endParaRPr>
        </a:p>
      </dgm:t>
    </dgm:pt>
    <dgm:pt modelId="{C4E2EEE1-261E-4F15-ABBA-B23BB831B27A}" type="sibTrans" cxnId="{C283E10C-4187-4031-9A64-69927E3F342E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5D53D76F-FD7A-4633-833F-225F327A26B6}">
      <dgm:prSet phldrT="[Text]" custT="1"/>
      <dgm:spPr/>
      <dgm:t>
        <a:bodyPr/>
        <a:lstStyle/>
        <a:p>
          <a:r>
            <a:rPr lang="en-US" sz="1000" dirty="0">
              <a:latin typeface="Titillium Web" panose="00000500000000000000" pitchFamily="2" charset="0"/>
            </a:rPr>
            <a:t>Vuln Response</a:t>
          </a:r>
        </a:p>
      </dgm:t>
    </dgm:pt>
    <dgm:pt modelId="{D5392FD9-E17A-4954-B35E-53AE304FA314}" type="parTrans" cxnId="{1E213F51-5407-4050-8F5C-57EFEA4CD1EC}">
      <dgm:prSet/>
      <dgm:spPr/>
      <dgm:t>
        <a:bodyPr/>
        <a:lstStyle/>
        <a:p>
          <a:endParaRPr lang="en-US" sz="1000">
            <a:latin typeface="Titillium Web" panose="00000500000000000000" pitchFamily="2" charset="0"/>
          </a:endParaRPr>
        </a:p>
      </dgm:t>
    </dgm:pt>
    <dgm:pt modelId="{069378D4-65E6-472D-AFCB-8D42710EF39C}" type="sibTrans" cxnId="{1E213F51-5407-4050-8F5C-57EFEA4CD1EC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6AF8DC5F-3162-402F-9C2F-10778F083305}">
      <dgm:prSet phldrT="[Text]" custT="1"/>
      <dgm:spPr/>
      <dgm:t>
        <a:bodyPr/>
        <a:lstStyle/>
        <a:p>
          <a:r>
            <a:rPr lang="en-US" sz="1000" dirty="0">
              <a:latin typeface="Titillium Web" panose="00000500000000000000" pitchFamily="2" charset="0"/>
            </a:rPr>
            <a:t>Incident Coordination</a:t>
          </a:r>
        </a:p>
      </dgm:t>
    </dgm:pt>
    <dgm:pt modelId="{E6E4DBE6-BD56-4732-94F0-495CD0C6D5C0}" type="parTrans" cxnId="{1A47742F-33E6-442B-8D0C-2F8B40C6A44F}">
      <dgm:prSet/>
      <dgm:spPr/>
      <dgm:t>
        <a:bodyPr/>
        <a:lstStyle/>
        <a:p>
          <a:endParaRPr lang="en-US" sz="1000">
            <a:latin typeface="Titillium Web" panose="00000500000000000000" pitchFamily="2" charset="0"/>
          </a:endParaRPr>
        </a:p>
      </dgm:t>
    </dgm:pt>
    <dgm:pt modelId="{40A3F15B-EEF4-4B36-9E0E-DA83E329351A}" type="sibTrans" cxnId="{1A47742F-33E6-442B-8D0C-2F8B40C6A44F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B45EB37D-6DEC-42C6-8BD8-BE0CBCDC0198}" type="pres">
      <dgm:prSet presAssocID="{BB647A65-69C3-418C-9226-17F1497A531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C59E45-A612-4407-9F77-1DB625988F4F}" type="pres">
      <dgm:prSet presAssocID="{64C3E874-29D3-4EAE-A3CA-3BD5879D5624}" presName="root" presStyleCnt="0"/>
      <dgm:spPr/>
    </dgm:pt>
    <dgm:pt modelId="{88E47958-71BE-4529-9879-073B54677F4B}" type="pres">
      <dgm:prSet presAssocID="{64C3E874-29D3-4EAE-A3CA-3BD5879D5624}" presName="rootComposite" presStyleCnt="0"/>
      <dgm:spPr/>
    </dgm:pt>
    <dgm:pt modelId="{F170134E-F4D7-4A13-B810-ABB49B8B95A6}" type="pres">
      <dgm:prSet presAssocID="{64C3E874-29D3-4EAE-A3CA-3BD5879D5624}" presName="rootText" presStyleLbl="node1" presStyleIdx="0" presStyleCnt="5"/>
      <dgm:spPr/>
    </dgm:pt>
    <dgm:pt modelId="{9103D30F-1402-42A6-8E21-73B2169620CF}" type="pres">
      <dgm:prSet presAssocID="{64C3E874-29D3-4EAE-A3CA-3BD5879D5624}" presName="rootConnector" presStyleLbl="node1" presStyleIdx="0" presStyleCnt="5"/>
      <dgm:spPr/>
    </dgm:pt>
    <dgm:pt modelId="{F13B7216-F67E-43CC-9F20-67AB868EC12C}" type="pres">
      <dgm:prSet presAssocID="{64C3E874-29D3-4EAE-A3CA-3BD5879D5624}" presName="childShape" presStyleCnt="0"/>
      <dgm:spPr/>
    </dgm:pt>
    <dgm:pt modelId="{9AC58564-71E4-4F30-A1C7-7C12D34BE0C0}" type="pres">
      <dgm:prSet presAssocID="{A77717F4-6D88-40D9-8DFB-5F8D4E4694F3}" presName="Name13" presStyleLbl="parChTrans1D2" presStyleIdx="0" presStyleCnt="12"/>
      <dgm:spPr/>
    </dgm:pt>
    <dgm:pt modelId="{162E294A-8658-4919-A00A-D1DA953A6902}" type="pres">
      <dgm:prSet presAssocID="{984272D3-618B-4E40-8396-EB589A697C8A}" presName="childText" presStyleLbl="bgAcc1" presStyleIdx="0" presStyleCnt="12">
        <dgm:presLayoutVars>
          <dgm:bulletEnabled val="1"/>
        </dgm:presLayoutVars>
      </dgm:prSet>
      <dgm:spPr/>
    </dgm:pt>
    <dgm:pt modelId="{B134C63B-294F-4243-88CF-C160D333FCE8}" type="pres">
      <dgm:prSet presAssocID="{C93CC80E-8F71-4F29-A1DA-D5CC066FD830}" presName="Name13" presStyleLbl="parChTrans1D2" presStyleIdx="1" presStyleCnt="12"/>
      <dgm:spPr/>
    </dgm:pt>
    <dgm:pt modelId="{5C4DF704-6635-4BA6-906E-3DF1519B64EB}" type="pres">
      <dgm:prSet presAssocID="{F5487E2C-95F6-4371-BFBF-16E65E98D593}" presName="childText" presStyleLbl="bgAcc1" presStyleIdx="1" presStyleCnt="12">
        <dgm:presLayoutVars>
          <dgm:bulletEnabled val="1"/>
        </dgm:presLayoutVars>
      </dgm:prSet>
      <dgm:spPr/>
    </dgm:pt>
    <dgm:pt modelId="{730633C6-33AB-4CA3-84E1-E699D6D987E6}" type="pres">
      <dgm:prSet presAssocID="{C2D9842E-BA36-4147-B01F-457CBD7862E5}" presName="root" presStyleCnt="0"/>
      <dgm:spPr/>
    </dgm:pt>
    <dgm:pt modelId="{2D64C421-B962-46D1-8BAD-77C018F89C23}" type="pres">
      <dgm:prSet presAssocID="{C2D9842E-BA36-4147-B01F-457CBD7862E5}" presName="rootComposite" presStyleCnt="0"/>
      <dgm:spPr/>
    </dgm:pt>
    <dgm:pt modelId="{E84A565E-6ED5-46F9-B532-00F4AF4DD1CB}" type="pres">
      <dgm:prSet presAssocID="{C2D9842E-BA36-4147-B01F-457CBD7862E5}" presName="rootText" presStyleLbl="node1" presStyleIdx="1" presStyleCnt="5"/>
      <dgm:spPr/>
    </dgm:pt>
    <dgm:pt modelId="{BB4479D9-7898-4930-8464-18A776B117D7}" type="pres">
      <dgm:prSet presAssocID="{C2D9842E-BA36-4147-B01F-457CBD7862E5}" presName="rootConnector" presStyleLbl="node1" presStyleIdx="1" presStyleCnt="5"/>
      <dgm:spPr/>
    </dgm:pt>
    <dgm:pt modelId="{34A0CB77-F8FD-4209-91ED-E8B54E6FFB5A}" type="pres">
      <dgm:prSet presAssocID="{C2D9842E-BA36-4147-B01F-457CBD7862E5}" presName="childShape" presStyleCnt="0"/>
      <dgm:spPr/>
    </dgm:pt>
    <dgm:pt modelId="{6DF5C30B-96A4-487F-AB66-990D3E91722E}" type="pres">
      <dgm:prSet presAssocID="{5D6131BF-03A4-49EF-9CD6-98F61A29B431}" presName="Name13" presStyleLbl="parChTrans1D2" presStyleIdx="2" presStyleCnt="12"/>
      <dgm:spPr/>
    </dgm:pt>
    <dgm:pt modelId="{7FB61052-0D5F-4A05-8A78-50563326B72C}" type="pres">
      <dgm:prSet presAssocID="{671B7D43-4431-475B-8427-6F09EE9BABCA}" presName="childText" presStyleLbl="bgAcc1" presStyleIdx="2" presStyleCnt="12">
        <dgm:presLayoutVars>
          <dgm:bulletEnabled val="1"/>
        </dgm:presLayoutVars>
      </dgm:prSet>
      <dgm:spPr/>
    </dgm:pt>
    <dgm:pt modelId="{04987D66-93A0-45E5-AFEA-4FF5B929969E}" type="pres">
      <dgm:prSet presAssocID="{DDCEF1F6-A14C-4312-BC41-41697C43161A}" presName="Name13" presStyleLbl="parChTrans1D2" presStyleIdx="3" presStyleCnt="12"/>
      <dgm:spPr/>
    </dgm:pt>
    <dgm:pt modelId="{6393DC9B-1A34-44E6-AB34-AE1DD0DB636F}" type="pres">
      <dgm:prSet presAssocID="{240DB851-87E7-4E90-A17D-3E415B2FEC1E}" presName="childText" presStyleLbl="bgAcc1" presStyleIdx="3" presStyleCnt="12">
        <dgm:presLayoutVars>
          <dgm:bulletEnabled val="1"/>
        </dgm:presLayoutVars>
      </dgm:prSet>
      <dgm:spPr/>
    </dgm:pt>
    <dgm:pt modelId="{26E3FCAF-782E-4E13-AB48-430E1C9326E5}" type="pres">
      <dgm:prSet presAssocID="{E6E4DBE6-BD56-4732-94F0-495CD0C6D5C0}" presName="Name13" presStyleLbl="parChTrans1D2" presStyleIdx="4" presStyleCnt="12"/>
      <dgm:spPr/>
    </dgm:pt>
    <dgm:pt modelId="{F419B5D4-0C5F-4047-A624-24D550EEB219}" type="pres">
      <dgm:prSet presAssocID="{6AF8DC5F-3162-402F-9C2F-10778F083305}" presName="childText" presStyleLbl="bgAcc1" presStyleIdx="4" presStyleCnt="12">
        <dgm:presLayoutVars>
          <dgm:bulletEnabled val="1"/>
        </dgm:presLayoutVars>
      </dgm:prSet>
      <dgm:spPr/>
    </dgm:pt>
    <dgm:pt modelId="{23E13C51-FFA4-4281-A517-92A954E202E3}" type="pres">
      <dgm:prSet presAssocID="{2FE7EAAC-384D-4251-A630-27F76DC97499}" presName="root" presStyleCnt="0"/>
      <dgm:spPr/>
    </dgm:pt>
    <dgm:pt modelId="{2882EC71-18A4-43DF-8ADB-2977C537743E}" type="pres">
      <dgm:prSet presAssocID="{2FE7EAAC-384D-4251-A630-27F76DC97499}" presName="rootComposite" presStyleCnt="0"/>
      <dgm:spPr/>
    </dgm:pt>
    <dgm:pt modelId="{E16F2FDF-B1BC-41DB-833A-013C2F37DE3A}" type="pres">
      <dgm:prSet presAssocID="{2FE7EAAC-384D-4251-A630-27F76DC97499}" presName="rootText" presStyleLbl="node1" presStyleIdx="2" presStyleCnt="5"/>
      <dgm:spPr/>
    </dgm:pt>
    <dgm:pt modelId="{DD0E0C24-8373-4F0F-B5B7-A5335487D862}" type="pres">
      <dgm:prSet presAssocID="{2FE7EAAC-384D-4251-A630-27F76DC97499}" presName="rootConnector" presStyleLbl="node1" presStyleIdx="2" presStyleCnt="5"/>
      <dgm:spPr/>
    </dgm:pt>
    <dgm:pt modelId="{E040BBA2-40AA-4A3F-9DE6-0EAEB519DC04}" type="pres">
      <dgm:prSet presAssocID="{2FE7EAAC-384D-4251-A630-27F76DC97499}" presName="childShape" presStyleCnt="0"/>
      <dgm:spPr/>
    </dgm:pt>
    <dgm:pt modelId="{E3AD7F36-6DAE-4B2C-BB92-5C5A372D7DA9}" type="pres">
      <dgm:prSet presAssocID="{EBFDA699-3266-4E95-A868-9694FAE22657}" presName="Name13" presStyleLbl="parChTrans1D2" presStyleIdx="5" presStyleCnt="12"/>
      <dgm:spPr/>
    </dgm:pt>
    <dgm:pt modelId="{5D16DCED-4CA9-437F-B76D-996519EED97B}" type="pres">
      <dgm:prSet presAssocID="{4E7E3AB6-5F6C-4097-BEFB-3B2B19ADE4B5}" presName="childText" presStyleLbl="bgAcc1" presStyleIdx="5" presStyleCnt="12">
        <dgm:presLayoutVars>
          <dgm:bulletEnabled val="1"/>
        </dgm:presLayoutVars>
      </dgm:prSet>
      <dgm:spPr/>
    </dgm:pt>
    <dgm:pt modelId="{91AA50F4-33E0-4B9A-905E-5A4606990A11}" type="pres">
      <dgm:prSet presAssocID="{8E707F62-BAA1-4699-AAFB-0CE422664D58}" presName="Name13" presStyleLbl="parChTrans1D2" presStyleIdx="6" presStyleCnt="12"/>
      <dgm:spPr/>
    </dgm:pt>
    <dgm:pt modelId="{5D4D9F7B-17DF-4409-B9A7-6E3FEC6E9C42}" type="pres">
      <dgm:prSet presAssocID="{284425DF-FE9E-414D-9C27-7D35F2FFF534}" presName="childText" presStyleLbl="bgAcc1" presStyleIdx="6" presStyleCnt="12">
        <dgm:presLayoutVars>
          <dgm:bulletEnabled val="1"/>
        </dgm:presLayoutVars>
      </dgm:prSet>
      <dgm:spPr/>
    </dgm:pt>
    <dgm:pt modelId="{6AD5E368-5F59-48D7-B9E2-E53BA087F5EC}" type="pres">
      <dgm:prSet presAssocID="{A1946D5D-8752-4046-9046-4BAEB5034671}" presName="root" presStyleCnt="0"/>
      <dgm:spPr/>
    </dgm:pt>
    <dgm:pt modelId="{2364A058-78BE-4C95-9CA9-CCF42E4B19BB}" type="pres">
      <dgm:prSet presAssocID="{A1946D5D-8752-4046-9046-4BAEB5034671}" presName="rootComposite" presStyleCnt="0"/>
      <dgm:spPr/>
    </dgm:pt>
    <dgm:pt modelId="{9A163CA4-81CE-44AA-B6EA-A7357D5ABDDC}" type="pres">
      <dgm:prSet presAssocID="{A1946D5D-8752-4046-9046-4BAEB5034671}" presName="rootText" presStyleLbl="node1" presStyleIdx="3" presStyleCnt="5"/>
      <dgm:spPr/>
    </dgm:pt>
    <dgm:pt modelId="{19998139-11DE-4921-9B24-B195764F1631}" type="pres">
      <dgm:prSet presAssocID="{A1946D5D-8752-4046-9046-4BAEB5034671}" presName="rootConnector" presStyleLbl="node1" presStyleIdx="3" presStyleCnt="5"/>
      <dgm:spPr/>
    </dgm:pt>
    <dgm:pt modelId="{B6770B62-92FD-4D5B-ABB7-0C25665E8825}" type="pres">
      <dgm:prSet presAssocID="{A1946D5D-8752-4046-9046-4BAEB5034671}" presName="childShape" presStyleCnt="0"/>
      <dgm:spPr/>
    </dgm:pt>
    <dgm:pt modelId="{BED1245F-0680-4325-A918-7D4D63BC2A82}" type="pres">
      <dgm:prSet presAssocID="{6B07452C-47F0-4FD9-BAFA-DAEFBC956081}" presName="Name13" presStyleLbl="parChTrans1D2" presStyleIdx="7" presStyleCnt="12"/>
      <dgm:spPr/>
    </dgm:pt>
    <dgm:pt modelId="{903480AA-5AC3-4BFC-AA19-B067A923B9FA}" type="pres">
      <dgm:prSet presAssocID="{76525F3D-A320-480E-9D89-492560B692C3}" presName="childText" presStyleLbl="bgAcc1" presStyleIdx="7" presStyleCnt="12">
        <dgm:presLayoutVars>
          <dgm:bulletEnabled val="1"/>
        </dgm:presLayoutVars>
      </dgm:prSet>
      <dgm:spPr/>
    </dgm:pt>
    <dgm:pt modelId="{9FA92B09-5C23-472E-B161-96A546200779}" type="pres">
      <dgm:prSet presAssocID="{DD88C698-54E2-4CE1-9B52-70C455B12C78}" presName="Name13" presStyleLbl="parChTrans1D2" presStyleIdx="8" presStyleCnt="12"/>
      <dgm:spPr/>
    </dgm:pt>
    <dgm:pt modelId="{C78E963D-C879-4E89-AC39-21B18FEC80DC}" type="pres">
      <dgm:prSet presAssocID="{4728A58D-DF51-4FE6-A965-7D2E4992A425}" presName="childText" presStyleLbl="bgAcc1" presStyleIdx="8" presStyleCnt="12">
        <dgm:presLayoutVars>
          <dgm:bulletEnabled val="1"/>
        </dgm:presLayoutVars>
      </dgm:prSet>
      <dgm:spPr/>
    </dgm:pt>
    <dgm:pt modelId="{FCF4C385-13AA-46A5-A279-BAC7224B3456}" type="pres">
      <dgm:prSet presAssocID="{7486CE84-615B-4E98-B90E-6DE86F50B74F}" presName="root" presStyleCnt="0"/>
      <dgm:spPr/>
    </dgm:pt>
    <dgm:pt modelId="{A7C505ED-0A0F-44A5-974F-9A9321DFFBE0}" type="pres">
      <dgm:prSet presAssocID="{7486CE84-615B-4E98-B90E-6DE86F50B74F}" presName="rootComposite" presStyleCnt="0"/>
      <dgm:spPr/>
    </dgm:pt>
    <dgm:pt modelId="{EDB8E7FB-B8E6-4868-932A-022861E42C38}" type="pres">
      <dgm:prSet presAssocID="{7486CE84-615B-4E98-B90E-6DE86F50B74F}" presName="rootText" presStyleLbl="node1" presStyleIdx="4" presStyleCnt="5"/>
      <dgm:spPr/>
    </dgm:pt>
    <dgm:pt modelId="{9E757C32-5F6D-4A4A-AAB1-4C95FE926ACC}" type="pres">
      <dgm:prSet presAssocID="{7486CE84-615B-4E98-B90E-6DE86F50B74F}" presName="rootConnector" presStyleLbl="node1" presStyleIdx="4" presStyleCnt="5"/>
      <dgm:spPr/>
    </dgm:pt>
    <dgm:pt modelId="{12D065FF-E3C6-488E-A3C7-410A91CAABAA}" type="pres">
      <dgm:prSet presAssocID="{7486CE84-615B-4E98-B90E-6DE86F50B74F}" presName="childShape" presStyleCnt="0"/>
      <dgm:spPr/>
    </dgm:pt>
    <dgm:pt modelId="{A98EE67E-E23F-4549-9CBD-F2D36A109A78}" type="pres">
      <dgm:prSet presAssocID="{5EF4B893-6B0B-4B23-9A77-6ABD319E205E}" presName="Name13" presStyleLbl="parChTrans1D2" presStyleIdx="9" presStyleCnt="12"/>
      <dgm:spPr/>
    </dgm:pt>
    <dgm:pt modelId="{B8D93011-350A-4CD3-8E18-EA584D5228AB}" type="pres">
      <dgm:prSet presAssocID="{4C058675-4B10-4565-A6CA-3B236D7589DC}" presName="childText" presStyleLbl="bgAcc1" presStyleIdx="9" presStyleCnt="12">
        <dgm:presLayoutVars>
          <dgm:bulletEnabled val="1"/>
        </dgm:presLayoutVars>
      </dgm:prSet>
      <dgm:spPr/>
    </dgm:pt>
    <dgm:pt modelId="{DDD8A8C2-18BE-488B-B13B-24826C8A8B15}" type="pres">
      <dgm:prSet presAssocID="{A9F5035D-43DF-4EA8-BCC2-BF7816967DCA}" presName="Name13" presStyleLbl="parChTrans1D2" presStyleIdx="10" presStyleCnt="12"/>
      <dgm:spPr/>
    </dgm:pt>
    <dgm:pt modelId="{7F4C8C5C-1785-4507-893E-44838DCB8B74}" type="pres">
      <dgm:prSet presAssocID="{92A56282-0A82-4A46-B9FE-4DB77D12253E}" presName="childText" presStyleLbl="bgAcc1" presStyleIdx="10" presStyleCnt="12">
        <dgm:presLayoutVars>
          <dgm:bulletEnabled val="1"/>
        </dgm:presLayoutVars>
      </dgm:prSet>
      <dgm:spPr/>
    </dgm:pt>
    <dgm:pt modelId="{29452A11-48EB-4B49-B37C-E47685A3AB6C}" type="pres">
      <dgm:prSet presAssocID="{D5392FD9-E17A-4954-B35E-53AE304FA314}" presName="Name13" presStyleLbl="parChTrans1D2" presStyleIdx="11" presStyleCnt="12"/>
      <dgm:spPr/>
    </dgm:pt>
    <dgm:pt modelId="{FDF90688-D5C0-4E73-AA1F-E2AB8D276947}" type="pres">
      <dgm:prSet presAssocID="{5D53D76F-FD7A-4633-833F-225F327A26B6}" presName="childText" presStyleLbl="bgAcc1" presStyleIdx="11" presStyleCnt="12">
        <dgm:presLayoutVars>
          <dgm:bulletEnabled val="1"/>
        </dgm:presLayoutVars>
      </dgm:prSet>
      <dgm:spPr/>
    </dgm:pt>
  </dgm:ptLst>
  <dgm:cxnLst>
    <dgm:cxn modelId="{1E278500-0D55-4DFA-AF22-C1F29B154913}" type="presOf" srcId="{7486CE84-615B-4E98-B90E-6DE86F50B74F}" destId="{9E757C32-5F6D-4A4A-AAB1-4C95FE926ACC}" srcOrd="1" destOrd="0" presId="urn:microsoft.com/office/officeart/2005/8/layout/hierarchy3"/>
    <dgm:cxn modelId="{C283E10C-4187-4031-9A64-69927E3F342E}" srcId="{7486CE84-615B-4E98-B90E-6DE86F50B74F}" destId="{92A56282-0A82-4A46-B9FE-4DB77D12253E}" srcOrd="1" destOrd="0" parTransId="{A9F5035D-43DF-4EA8-BCC2-BF7816967DCA}" sibTransId="{C4E2EEE1-261E-4F15-ABBA-B23BB831B27A}"/>
    <dgm:cxn modelId="{17AB8F0E-C40C-4DEE-A6E1-D734A7EA71CE}" type="presOf" srcId="{6B07452C-47F0-4FD9-BAFA-DAEFBC956081}" destId="{BED1245F-0680-4325-A918-7D4D63BC2A82}" srcOrd="0" destOrd="0" presId="urn:microsoft.com/office/officeart/2005/8/layout/hierarchy3"/>
    <dgm:cxn modelId="{A3150010-2B79-4125-A11A-F81DE335F73C}" type="presOf" srcId="{5EF4B893-6B0B-4B23-9A77-6ABD319E205E}" destId="{A98EE67E-E23F-4549-9CBD-F2D36A109A78}" srcOrd="0" destOrd="0" presId="urn:microsoft.com/office/officeart/2005/8/layout/hierarchy3"/>
    <dgm:cxn modelId="{158AE114-936B-47BF-BB7B-3DB28035FB01}" type="presOf" srcId="{64C3E874-29D3-4EAE-A3CA-3BD5879D5624}" destId="{F170134E-F4D7-4A13-B810-ABB49B8B95A6}" srcOrd="0" destOrd="0" presId="urn:microsoft.com/office/officeart/2005/8/layout/hierarchy3"/>
    <dgm:cxn modelId="{DB5B9A20-6337-4071-9E74-F16F9FE02467}" type="presOf" srcId="{6AF8DC5F-3162-402F-9C2F-10778F083305}" destId="{F419B5D4-0C5F-4047-A624-24D550EEB219}" srcOrd="0" destOrd="0" presId="urn:microsoft.com/office/officeart/2005/8/layout/hierarchy3"/>
    <dgm:cxn modelId="{F33CE421-8F07-44A5-854A-EE8B8923F566}" type="presOf" srcId="{64C3E874-29D3-4EAE-A3CA-3BD5879D5624}" destId="{9103D30F-1402-42A6-8E21-73B2169620CF}" srcOrd="1" destOrd="0" presId="urn:microsoft.com/office/officeart/2005/8/layout/hierarchy3"/>
    <dgm:cxn modelId="{25B80F26-F1D6-4B93-9CD9-E2B9CFD898E0}" type="presOf" srcId="{C93CC80E-8F71-4F29-A1DA-D5CC066FD830}" destId="{B134C63B-294F-4243-88CF-C160D333FCE8}" srcOrd="0" destOrd="0" presId="urn:microsoft.com/office/officeart/2005/8/layout/hierarchy3"/>
    <dgm:cxn modelId="{8A4E2726-9586-4CB3-B58E-F564A38C2110}" srcId="{BB647A65-69C3-418C-9226-17F1497A531D}" destId="{C2D9842E-BA36-4147-B01F-457CBD7862E5}" srcOrd="1" destOrd="0" parTransId="{7DDE2E57-B95F-4565-98CB-CFE4C6507138}" sibTransId="{E3597B10-2A6A-4277-9D16-87FDBEE04407}"/>
    <dgm:cxn modelId="{FC0E9026-DA87-42FC-BC75-26A8B3AE804B}" type="presOf" srcId="{4728A58D-DF51-4FE6-A965-7D2E4992A425}" destId="{C78E963D-C879-4E89-AC39-21B18FEC80DC}" srcOrd="0" destOrd="0" presId="urn:microsoft.com/office/officeart/2005/8/layout/hierarchy3"/>
    <dgm:cxn modelId="{5378EB26-3480-441C-833F-AFE780379E22}" type="presOf" srcId="{5D6131BF-03A4-49EF-9CD6-98F61A29B431}" destId="{6DF5C30B-96A4-487F-AB66-990D3E91722E}" srcOrd="0" destOrd="0" presId="urn:microsoft.com/office/officeart/2005/8/layout/hierarchy3"/>
    <dgm:cxn modelId="{34514827-77D3-4421-AB44-27E09AA6B2BC}" srcId="{64C3E874-29D3-4EAE-A3CA-3BD5879D5624}" destId="{F5487E2C-95F6-4371-BFBF-16E65E98D593}" srcOrd="1" destOrd="0" parTransId="{C93CC80E-8F71-4F29-A1DA-D5CC066FD830}" sibTransId="{43865A9A-F9E2-43A4-8AA8-E9B995BC6365}"/>
    <dgm:cxn modelId="{C4E99B28-B1CF-47E1-B525-76B682BB3813}" srcId="{2FE7EAAC-384D-4251-A630-27F76DC97499}" destId="{4E7E3AB6-5F6C-4097-BEFB-3B2B19ADE4B5}" srcOrd="0" destOrd="0" parTransId="{EBFDA699-3266-4E95-A868-9694FAE22657}" sibTransId="{1CE1D49C-CDA1-4E6C-9392-A80B71B1CFD1}"/>
    <dgm:cxn modelId="{B7A95429-3E02-45BF-B0DC-1F4D9133A2B4}" srcId="{A1946D5D-8752-4046-9046-4BAEB5034671}" destId="{76525F3D-A320-480E-9D89-492560B692C3}" srcOrd="0" destOrd="0" parTransId="{6B07452C-47F0-4FD9-BAFA-DAEFBC956081}" sibTransId="{776D2C29-2C45-4CAB-94CD-770AD65C151F}"/>
    <dgm:cxn modelId="{1A47742F-33E6-442B-8D0C-2F8B40C6A44F}" srcId="{C2D9842E-BA36-4147-B01F-457CBD7862E5}" destId="{6AF8DC5F-3162-402F-9C2F-10778F083305}" srcOrd="2" destOrd="0" parTransId="{E6E4DBE6-BD56-4732-94F0-495CD0C6D5C0}" sibTransId="{40A3F15B-EEF4-4B36-9E0E-DA83E329351A}"/>
    <dgm:cxn modelId="{3B8E6B34-C555-4E8F-AD83-98A4FAFCED1F}" type="presOf" srcId="{A1946D5D-8752-4046-9046-4BAEB5034671}" destId="{19998139-11DE-4921-9B24-B195764F1631}" srcOrd="1" destOrd="0" presId="urn:microsoft.com/office/officeart/2005/8/layout/hierarchy3"/>
    <dgm:cxn modelId="{6DA9125E-5791-4C8F-9875-C1B504D01087}" srcId="{BB647A65-69C3-418C-9226-17F1497A531D}" destId="{64C3E874-29D3-4EAE-A3CA-3BD5879D5624}" srcOrd="0" destOrd="0" parTransId="{89B4FD8E-E8F8-4EE9-B529-A4722A1D8248}" sibTransId="{CEAC7725-B5F6-4CDB-A085-02F8F19CDACC}"/>
    <dgm:cxn modelId="{1E92495F-D9A1-44ED-8254-45B0D452B22D}" type="presOf" srcId="{C2D9842E-BA36-4147-B01F-457CBD7862E5}" destId="{E84A565E-6ED5-46F9-B532-00F4AF4DD1CB}" srcOrd="0" destOrd="0" presId="urn:microsoft.com/office/officeart/2005/8/layout/hierarchy3"/>
    <dgm:cxn modelId="{04775643-F80A-41AC-A00F-67F4F9CFE82F}" type="presOf" srcId="{284425DF-FE9E-414D-9C27-7D35F2FFF534}" destId="{5D4D9F7B-17DF-4409-B9A7-6E3FEC6E9C42}" srcOrd="0" destOrd="0" presId="urn:microsoft.com/office/officeart/2005/8/layout/hierarchy3"/>
    <dgm:cxn modelId="{F41D8543-CE2C-45F5-9D5C-E72293BB28FE}" srcId="{7486CE84-615B-4E98-B90E-6DE86F50B74F}" destId="{4C058675-4B10-4565-A6CA-3B236D7589DC}" srcOrd="0" destOrd="0" parTransId="{5EF4B893-6B0B-4B23-9A77-6ABD319E205E}" sibTransId="{6D3A1BAF-E6A6-4C2B-93C0-D992EF7245BE}"/>
    <dgm:cxn modelId="{9AF33745-6625-43A8-93CC-3EF547E174A9}" type="presOf" srcId="{DDCEF1F6-A14C-4312-BC41-41697C43161A}" destId="{04987D66-93A0-45E5-AFEA-4FF5B929969E}" srcOrd="0" destOrd="0" presId="urn:microsoft.com/office/officeart/2005/8/layout/hierarchy3"/>
    <dgm:cxn modelId="{6DC42B47-4D02-4DE2-87F3-F93A08D17B90}" type="presOf" srcId="{DD88C698-54E2-4CE1-9B52-70C455B12C78}" destId="{9FA92B09-5C23-472E-B161-96A546200779}" srcOrd="0" destOrd="0" presId="urn:microsoft.com/office/officeart/2005/8/layout/hierarchy3"/>
    <dgm:cxn modelId="{6DD55049-A784-4865-B9AF-8D34DA687DC0}" type="presOf" srcId="{2FE7EAAC-384D-4251-A630-27F76DC97499}" destId="{DD0E0C24-8373-4F0F-B5B7-A5335487D862}" srcOrd="1" destOrd="0" presId="urn:microsoft.com/office/officeart/2005/8/layout/hierarchy3"/>
    <dgm:cxn modelId="{58958149-58D7-4B5C-8C93-858359035824}" type="presOf" srcId="{E6E4DBE6-BD56-4732-94F0-495CD0C6D5C0}" destId="{26E3FCAF-782E-4E13-AB48-430E1C9326E5}" srcOrd="0" destOrd="0" presId="urn:microsoft.com/office/officeart/2005/8/layout/hierarchy3"/>
    <dgm:cxn modelId="{8DBFDB6C-09C9-40E6-8B38-2695091CD49D}" type="presOf" srcId="{671B7D43-4431-475B-8427-6F09EE9BABCA}" destId="{7FB61052-0D5F-4A05-8A78-50563326B72C}" srcOrd="0" destOrd="0" presId="urn:microsoft.com/office/officeart/2005/8/layout/hierarchy3"/>
    <dgm:cxn modelId="{0028A34E-5C0C-48A5-B236-7FF103B1084E}" srcId="{A1946D5D-8752-4046-9046-4BAEB5034671}" destId="{4728A58D-DF51-4FE6-A965-7D2E4992A425}" srcOrd="1" destOrd="0" parTransId="{DD88C698-54E2-4CE1-9B52-70C455B12C78}" sibTransId="{C19415FB-7B17-40C1-8136-05411D34A71A}"/>
    <dgm:cxn modelId="{1E213F51-5407-4050-8F5C-57EFEA4CD1EC}" srcId="{7486CE84-615B-4E98-B90E-6DE86F50B74F}" destId="{5D53D76F-FD7A-4633-833F-225F327A26B6}" srcOrd="2" destOrd="0" parTransId="{D5392FD9-E17A-4954-B35E-53AE304FA314}" sibTransId="{069378D4-65E6-472D-AFCB-8D42710EF39C}"/>
    <dgm:cxn modelId="{F9699B79-74E6-4DFF-B589-68857BB4AE29}" type="presOf" srcId="{D5392FD9-E17A-4954-B35E-53AE304FA314}" destId="{29452A11-48EB-4B49-B37C-E47685A3AB6C}" srcOrd="0" destOrd="0" presId="urn:microsoft.com/office/officeart/2005/8/layout/hierarchy3"/>
    <dgm:cxn modelId="{64C0F17B-F7BF-438E-8378-4BC6BEAC9E80}" srcId="{BB647A65-69C3-418C-9226-17F1497A531D}" destId="{A1946D5D-8752-4046-9046-4BAEB5034671}" srcOrd="3" destOrd="0" parTransId="{A6B13C98-F8FE-478D-9C42-F0EE75A5D651}" sibTransId="{DDB19605-6698-42C4-A969-BE7535102B73}"/>
    <dgm:cxn modelId="{B4A30E83-3373-4A62-B1F7-B62D27AB86BA}" type="presOf" srcId="{F5487E2C-95F6-4371-BFBF-16E65E98D593}" destId="{5C4DF704-6635-4BA6-906E-3DF1519B64EB}" srcOrd="0" destOrd="0" presId="urn:microsoft.com/office/officeart/2005/8/layout/hierarchy3"/>
    <dgm:cxn modelId="{3BE6178B-CC06-4E4D-99CD-FB0F49A08561}" srcId="{BB647A65-69C3-418C-9226-17F1497A531D}" destId="{7486CE84-615B-4E98-B90E-6DE86F50B74F}" srcOrd="4" destOrd="0" parTransId="{F8180198-5C62-4BD4-944C-9F687FE78F5E}" sibTransId="{3E9B115E-4010-4441-9D78-0A3250F440E3}"/>
    <dgm:cxn modelId="{C441B296-E776-4A1F-83E9-070AF1B22755}" type="presOf" srcId="{5D53D76F-FD7A-4633-833F-225F327A26B6}" destId="{FDF90688-D5C0-4E73-AA1F-E2AB8D276947}" srcOrd="0" destOrd="0" presId="urn:microsoft.com/office/officeart/2005/8/layout/hierarchy3"/>
    <dgm:cxn modelId="{F74F3497-E6FA-463A-8089-D0C6D5A253BF}" srcId="{C2D9842E-BA36-4147-B01F-457CBD7862E5}" destId="{671B7D43-4431-475B-8427-6F09EE9BABCA}" srcOrd="0" destOrd="0" parTransId="{5D6131BF-03A4-49EF-9CD6-98F61A29B431}" sibTransId="{59064D30-3A4C-4C5D-A139-21100A0601B3}"/>
    <dgm:cxn modelId="{0AB86798-03C1-49A3-84D3-EF7AA4041C33}" type="presOf" srcId="{A77717F4-6D88-40D9-8DFB-5F8D4E4694F3}" destId="{9AC58564-71E4-4F30-A1C7-7C12D34BE0C0}" srcOrd="0" destOrd="0" presId="urn:microsoft.com/office/officeart/2005/8/layout/hierarchy3"/>
    <dgm:cxn modelId="{0EA59F98-1569-41C2-A01E-4BD24BF36E23}" type="presOf" srcId="{2FE7EAAC-384D-4251-A630-27F76DC97499}" destId="{E16F2FDF-B1BC-41DB-833A-013C2F37DE3A}" srcOrd="0" destOrd="0" presId="urn:microsoft.com/office/officeart/2005/8/layout/hierarchy3"/>
    <dgm:cxn modelId="{1FD0A89C-F0FD-4CA6-9C06-578CF117520D}" type="presOf" srcId="{A9F5035D-43DF-4EA8-BCC2-BF7816967DCA}" destId="{DDD8A8C2-18BE-488B-B13B-24826C8A8B15}" srcOrd="0" destOrd="0" presId="urn:microsoft.com/office/officeart/2005/8/layout/hierarchy3"/>
    <dgm:cxn modelId="{E5DFA8A2-91D8-4256-B810-08AA94BE0E55}" type="presOf" srcId="{A1946D5D-8752-4046-9046-4BAEB5034671}" destId="{9A163CA4-81CE-44AA-B6EA-A7357D5ABDDC}" srcOrd="0" destOrd="0" presId="urn:microsoft.com/office/officeart/2005/8/layout/hierarchy3"/>
    <dgm:cxn modelId="{65B94FA5-F53D-4B34-BC4A-658F9F29208A}" type="presOf" srcId="{240DB851-87E7-4E90-A17D-3E415B2FEC1E}" destId="{6393DC9B-1A34-44E6-AB34-AE1DD0DB636F}" srcOrd="0" destOrd="0" presId="urn:microsoft.com/office/officeart/2005/8/layout/hierarchy3"/>
    <dgm:cxn modelId="{6D2D17AB-CBF0-4D97-B30B-51982FDFBB02}" type="presOf" srcId="{BB647A65-69C3-418C-9226-17F1497A531D}" destId="{B45EB37D-6DEC-42C6-8BD8-BE0CBCDC0198}" srcOrd="0" destOrd="0" presId="urn:microsoft.com/office/officeart/2005/8/layout/hierarchy3"/>
    <dgm:cxn modelId="{6A57B8AE-1EC1-4173-A36D-F097E8F30D1D}" type="presOf" srcId="{92A56282-0A82-4A46-B9FE-4DB77D12253E}" destId="{7F4C8C5C-1785-4507-893E-44838DCB8B74}" srcOrd="0" destOrd="0" presId="urn:microsoft.com/office/officeart/2005/8/layout/hierarchy3"/>
    <dgm:cxn modelId="{8AC328B4-7E56-4609-B08D-67C2F2B36A7D}" type="presOf" srcId="{7486CE84-615B-4E98-B90E-6DE86F50B74F}" destId="{EDB8E7FB-B8E6-4868-932A-022861E42C38}" srcOrd="0" destOrd="0" presId="urn:microsoft.com/office/officeart/2005/8/layout/hierarchy3"/>
    <dgm:cxn modelId="{0E4424B7-BA44-4035-A620-8758FDF66502}" srcId="{C2D9842E-BA36-4147-B01F-457CBD7862E5}" destId="{240DB851-87E7-4E90-A17D-3E415B2FEC1E}" srcOrd="1" destOrd="0" parTransId="{DDCEF1F6-A14C-4312-BC41-41697C43161A}" sibTransId="{C30A41EB-B4D6-42AA-A368-AA6D7AA6FF89}"/>
    <dgm:cxn modelId="{F3D944B7-DCCD-468D-B0CD-341CF3F3A9F5}" type="presOf" srcId="{EBFDA699-3266-4E95-A868-9694FAE22657}" destId="{E3AD7F36-6DAE-4B2C-BB92-5C5A372D7DA9}" srcOrd="0" destOrd="0" presId="urn:microsoft.com/office/officeart/2005/8/layout/hierarchy3"/>
    <dgm:cxn modelId="{AAB7B4B8-A7E2-41E3-A867-9214CE85107F}" srcId="{BB647A65-69C3-418C-9226-17F1497A531D}" destId="{2FE7EAAC-384D-4251-A630-27F76DC97499}" srcOrd="2" destOrd="0" parTransId="{090702E5-C17A-452D-B936-AEEFBEA50502}" sibTransId="{F9332958-E571-4884-93FD-CA555EF464A5}"/>
    <dgm:cxn modelId="{4E41FDC0-5B3F-4241-980B-E818E873EA87}" type="presOf" srcId="{4E7E3AB6-5F6C-4097-BEFB-3B2B19ADE4B5}" destId="{5D16DCED-4CA9-437F-B76D-996519EED97B}" srcOrd="0" destOrd="0" presId="urn:microsoft.com/office/officeart/2005/8/layout/hierarchy3"/>
    <dgm:cxn modelId="{49E8E4C2-6A01-4720-8158-DF81094B6B78}" type="presOf" srcId="{8E707F62-BAA1-4699-AAFB-0CE422664D58}" destId="{91AA50F4-33E0-4B9A-905E-5A4606990A11}" srcOrd="0" destOrd="0" presId="urn:microsoft.com/office/officeart/2005/8/layout/hierarchy3"/>
    <dgm:cxn modelId="{CED4F5C5-617A-4858-B6E9-32D70701F658}" type="presOf" srcId="{984272D3-618B-4E40-8396-EB589A697C8A}" destId="{162E294A-8658-4919-A00A-D1DA953A6902}" srcOrd="0" destOrd="0" presId="urn:microsoft.com/office/officeart/2005/8/layout/hierarchy3"/>
    <dgm:cxn modelId="{E3E3EED0-0CD4-449A-B599-673A4C1E14C1}" type="presOf" srcId="{C2D9842E-BA36-4147-B01F-457CBD7862E5}" destId="{BB4479D9-7898-4930-8464-18A776B117D7}" srcOrd="1" destOrd="0" presId="urn:microsoft.com/office/officeart/2005/8/layout/hierarchy3"/>
    <dgm:cxn modelId="{A36233DA-C5DA-4959-99FD-9CE34701BE99}" type="presOf" srcId="{76525F3D-A320-480E-9D89-492560B692C3}" destId="{903480AA-5AC3-4BFC-AA19-B067A923B9FA}" srcOrd="0" destOrd="0" presId="urn:microsoft.com/office/officeart/2005/8/layout/hierarchy3"/>
    <dgm:cxn modelId="{CD58BCE1-4717-4DF3-ABA9-B7670865808C}" type="presOf" srcId="{4C058675-4B10-4565-A6CA-3B236D7589DC}" destId="{B8D93011-350A-4CD3-8E18-EA584D5228AB}" srcOrd="0" destOrd="0" presId="urn:microsoft.com/office/officeart/2005/8/layout/hierarchy3"/>
    <dgm:cxn modelId="{B4C731E5-FC66-408B-BDF3-24A424298B0C}" srcId="{64C3E874-29D3-4EAE-A3CA-3BD5879D5624}" destId="{984272D3-618B-4E40-8396-EB589A697C8A}" srcOrd="0" destOrd="0" parTransId="{A77717F4-6D88-40D9-8DFB-5F8D4E4694F3}" sibTransId="{B5E72EDE-D189-413D-99EB-AB71858F4948}"/>
    <dgm:cxn modelId="{502DE4F1-51C1-48BE-937A-C4691DC66DD1}" srcId="{2FE7EAAC-384D-4251-A630-27F76DC97499}" destId="{284425DF-FE9E-414D-9C27-7D35F2FFF534}" srcOrd="1" destOrd="0" parTransId="{8E707F62-BAA1-4699-AAFB-0CE422664D58}" sibTransId="{A353C31A-B177-44DD-BF2B-5179CC3BAED8}"/>
    <dgm:cxn modelId="{3CA4DE3D-6DFA-4F30-9985-0C991902ACED}" type="presParOf" srcId="{B45EB37D-6DEC-42C6-8BD8-BE0CBCDC0198}" destId="{88C59E45-A612-4407-9F77-1DB625988F4F}" srcOrd="0" destOrd="0" presId="urn:microsoft.com/office/officeart/2005/8/layout/hierarchy3"/>
    <dgm:cxn modelId="{D35CCB39-B569-4890-AA9A-643690EF0801}" type="presParOf" srcId="{88C59E45-A612-4407-9F77-1DB625988F4F}" destId="{88E47958-71BE-4529-9879-073B54677F4B}" srcOrd="0" destOrd="0" presId="urn:microsoft.com/office/officeart/2005/8/layout/hierarchy3"/>
    <dgm:cxn modelId="{32307EFF-B22C-46B7-9FD9-7E6400AE41D4}" type="presParOf" srcId="{88E47958-71BE-4529-9879-073B54677F4B}" destId="{F170134E-F4D7-4A13-B810-ABB49B8B95A6}" srcOrd="0" destOrd="0" presId="urn:microsoft.com/office/officeart/2005/8/layout/hierarchy3"/>
    <dgm:cxn modelId="{7A7B72ED-BCBD-4684-988B-217F16804437}" type="presParOf" srcId="{88E47958-71BE-4529-9879-073B54677F4B}" destId="{9103D30F-1402-42A6-8E21-73B2169620CF}" srcOrd="1" destOrd="0" presId="urn:microsoft.com/office/officeart/2005/8/layout/hierarchy3"/>
    <dgm:cxn modelId="{E0E24862-4DD4-42FE-9F89-742714E3D03F}" type="presParOf" srcId="{88C59E45-A612-4407-9F77-1DB625988F4F}" destId="{F13B7216-F67E-43CC-9F20-67AB868EC12C}" srcOrd="1" destOrd="0" presId="urn:microsoft.com/office/officeart/2005/8/layout/hierarchy3"/>
    <dgm:cxn modelId="{59BD5AF1-2EF2-48C0-AFAC-C3365B34D46B}" type="presParOf" srcId="{F13B7216-F67E-43CC-9F20-67AB868EC12C}" destId="{9AC58564-71E4-4F30-A1C7-7C12D34BE0C0}" srcOrd="0" destOrd="0" presId="urn:microsoft.com/office/officeart/2005/8/layout/hierarchy3"/>
    <dgm:cxn modelId="{5CE0F0EC-B1A8-4C6F-A189-F6ABE2717E5D}" type="presParOf" srcId="{F13B7216-F67E-43CC-9F20-67AB868EC12C}" destId="{162E294A-8658-4919-A00A-D1DA953A6902}" srcOrd="1" destOrd="0" presId="urn:microsoft.com/office/officeart/2005/8/layout/hierarchy3"/>
    <dgm:cxn modelId="{1A08F9F3-E9EB-4C7F-8F62-390C3C167CF8}" type="presParOf" srcId="{F13B7216-F67E-43CC-9F20-67AB868EC12C}" destId="{B134C63B-294F-4243-88CF-C160D333FCE8}" srcOrd="2" destOrd="0" presId="urn:microsoft.com/office/officeart/2005/8/layout/hierarchy3"/>
    <dgm:cxn modelId="{B3FA462D-13D0-48BF-958C-893DB8C09929}" type="presParOf" srcId="{F13B7216-F67E-43CC-9F20-67AB868EC12C}" destId="{5C4DF704-6635-4BA6-906E-3DF1519B64EB}" srcOrd="3" destOrd="0" presId="urn:microsoft.com/office/officeart/2005/8/layout/hierarchy3"/>
    <dgm:cxn modelId="{C1E64E42-6457-4215-B9A2-2D95181D5E6D}" type="presParOf" srcId="{B45EB37D-6DEC-42C6-8BD8-BE0CBCDC0198}" destId="{730633C6-33AB-4CA3-84E1-E699D6D987E6}" srcOrd="1" destOrd="0" presId="urn:microsoft.com/office/officeart/2005/8/layout/hierarchy3"/>
    <dgm:cxn modelId="{21075889-67EA-462A-9834-6C20FA4A5EA8}" type="presParOf" srcId="{730633C6-33AB-4CA3-84E1-E699D6D987E6}" destId="{2D64C421-B962-46D1-8BAD-77C018F89C23}" srcOrd="0" destOrd="0" presId="urn:microsoft.com/office/officeart/2005/8/layout/hierarchy3"/>
    <dgm:cxn modelId="{1C88BCEA-6E76-4D7C-9071-B9B55CA0615F}" type="presParOf" srcId="{2D64C421-B962-46D1-8BAD-77C018F89C23}" destId="{E84A565E-6ED5-46F9-B532-00F4AF4DD1CB}" srcOrd="0" destOrd="0" presId="urn:microsoft.com/office/officeart/2005/8/layout/hierarchy3"/>
    <dgm:cxn modelId="{8F65CE97-6D8C-4C2A-87EB-EE09086D83F4}" type="presParOf" srcId="{2D64C421-B962-46D1-8BAD-77C018F89C23}" destId="{BB4479D9-7898-4930-8464-18A776B117D7}" srcOrd="1" destOrd="0" presId="urn:microsoft.com/office/officeart/2005/8/layout/hierarchy3"/>
    <dgm:cxn modelId="{2765D292-C740-4CAB-BC4C-5DED4B9EF5DE}" type="presParOf" srcId="{730633C6-33AB-4CA3-84E1-E699D6D987E6}" destId="{34A0CB77-F8FD-4209-91ED-E8B54E6FFB5A}" srcOrd="1" destOrd="0" presId="urn:microsoft.com/office/officeart/2005/8/layout/hierarchy3"/>
    <dgm:cxn modelId="{F1094A34-5CCB-47CA-BD94-1CD02CFA5B9D}" type="presParOf" srcId="{34A0CB77-F8FD-4209-91ED-E8B54E6FFB5A}" destId="{6DF5C30B-96A4-487F-AB66-990D3E91722E}" srcOrd="0" destOrd="0" presId="urn:microsoft.com/office/officeart/2005/8/layout/hierarchy3"/>
    <dgm:cxn modelId="{588228CD-27DE-4843-847A-6A7C4FA9865F}" type="presParOf" srcId="{34A0CB77-F8FD-4209-91ED-E8B54E6FFB5A}" destId="{7FB61052-0D5F-4A05-8A78-50563326B72C}" srcOrd="1" destOrd="0" presId="urn:microsoft.com/office/officeart/2005/8/layout/hierarchy3"/>
    <dgm:cxn modelId="{D74E4C14-2BB1-4655-928D-2C7CA889DB9C}" type="presParOf" srcId="{34A0CB77-F8FD-4209-91ED-E8B54E6FFB5A}" destId="{04987D66-93A0-45E5-AFEA-4FF5B929969E}" srcOrd="2" destOrd="0" presId="urn:microsoft.com/office/officeart/2005/8/layout/hierarchy3"/>
    <dgm:cxn modelId="{655FB602-5BA2-470A-8741-B2C9DFFF38D9}" type="presParOf" srcId="{34A0CB77-F8FD-4209-91ED-E8B54E6FFB5A}" destId="{6393DC9B-1A34-44E6-AB34-AE1DD0DB636F}" srcOrd="3" destOrd="0" presId="urn:microsoft.com/office/officeart/2005/8/layout/hierarchy3"/>
    <dgm:cxn modelId="{8586F961-77E0-49EA-B5F4-1279E648794C}" type="presParOf" srcId="{34A0CB77-F8FD-4209-91ED-E8B54E6FFB5A}" destId="{26E3FCAF-782E-4E13-AB48-430E1C9326E5}" srcOrd="4" destOrd="0" presId="urn:microsoft.com/office/officeart/2005/8/layout/hierarchy3"/>
    <dgm:cxn modelId="{ED9FDEE7-0D1E-4722-8CB6-33FF67029002}" type="presParOf" srcId="{34A0CB77-F8FD-4209-91ED-E8B54E6FFB5A}" destId="{F419B5D4-0C5F-4047-A624-24D550EEB219}" srcOrd="5" destOrd="0" presId="urn:microsoft.com/office/officeart/2005/8/layout/hierarchy3"/>
    <dgm:cxn modelId="{AAEA729E-7C22-45B9-A52F-3B613F671F00}" type="presParOf" srcId="{B45EB37D-6DEC-42C6-8BD8-BE0CBCDC0198}" destId="{23E13C51-FFA4-4281-A517-92A954E202E3}" srcOrd="2" destOrd="0" presId="urn:microsoft.com/office/officeart/2005/8/layout/hierarchy3"/>
    <dgm:cxn modelId="{88ED0A5E-7616-4CA0-BA82-3A67BB14EF19}" type="presParOf" srcId="{23E13C51-FFA4-4281-A517-92A954E202E3}" destId="{2882EC71-18A4-43DF-8ADB-2977C537743E}" srcOrd="0" destOrd="0" presId="urn:microsoft.com/office/officeart/2005/8/layout/hierarchy3"/>
    <dgm:cxn modelId="{10F088E2-136F-426B-8D81-438E5C8A57C5}" type="presParOf" srcId="{2882EC71-18A4-43DF-8ADB-2977C537743E}" destId="{E16F2FDF-B1BC-41DB-833A-013C2F37DE3A}" srcOrd="0" destOrd="0" presId="urn:microsoft.com/office/officeart/2005/8/layout/hierarchy3"/>
    <dgm:cxn modelId="{19BE6D99-3DD3-44A1-92D4-032B3E6AD021}" type="presParOf" srcId="{2882EC71-18A4-43DF-8ADB-2977C537743E}" destId="{DD0E0C24-8373-4F0F-B5B7-A5335487D862}" srcOrd="1" destOrd="0" presId="urn:microsoft.com/office/officeart/2005/8/layout/hierarchy3"/>
    <dgm:cxn modelId="{B01963BB-3A28-4B4D-A8D9-9EDC8B55D9AB}" type="presParOf" srcId="{23E13C51-FFA4-4281-A517-92A954E202E3}" destId="{E040BBA2-40AA-4A3F-9DE6-0EAEB519DC04}" srcOrd="1" destOrd="0" presId="urn:microsoft.com/office/officeart/2005/8/layout/hierarchy3"/>
    <dgm:cxn modelId="{3FE85D4F-A146-4AD5-9340-DA118AD7EC87}" type="presParOf" srcId="{E040BBA2-40AA-4A3F-9DE6-0EAEB519DC04}" destId="{E3AD7F36-6DAE-4B2C-BB92-5C5A372D7DA9}" srcOrd="0" destOrd="0" presId="urn:microsoft.com/office/officeart/2005/8/layout/hierarchy3"/>
    <dgm:cxn modelId="{00419953-444A-4885-AB4D-BDF6C8D3D34F}" type="presParOf" srcId="{E040BBA2-40AA-4A3F-9DE6-0EAEB519DC04}" destId="{5D16DCED-4CA9-437F-B76D-996519EED97B}" srcOrd="1" destOrd="0" presId="urn:microsoft.com/office/officeart/2005/8/layout/hierarchy3"/>
    <dgm:cxn modelId="{93E09BC4-9EA8-4D78-9D03-FCE29D95CA45}" type="presParOf" srcId="{E040BBA2-40AA-4A3F-9DE6-0EAEB519DC04}" destId="{91AA50F4-33E0-4B9A-905E-5A4606990A11}" srcOrd="2" destOrd="0" presId="urn:microsoft.com/office/officeart/2005/8/layout/hierarchy3"/>
    <dgm:cxn modelId="{6D56130F-1070-4ED0-A02B-674ED6E1A368}" type="presParOf" srcId="{E040BBA2-40AA-4A3F-9DE6-0EAEB519DC04}" destId="{5D4D9F7B-17DF-4409-B9A7-6E3FEC6E9C42}" srcOrd="3" destOrd="0" presId="urn:microsoft.com/office/officeart/2005/8/layout/hierarchy3"/>
    <dgm:cxn modelId="{5BB1F6DA-1AA8-4B7E-8CE4-56AED71F8027}" type="presParOf" srcId="{B45EB37D-6DEC-42C6-8BD8-BE0CBCDC0198}" destId="{6AD5E368-5F59-48D7-B9E2-E53BA087F5EC}" srcOrd="3" destOrd="0" presId="urn:microsoft.com/office/officeart/2005/8/layout/hierarchy3"/>
    <dgm:cxn modelId="{2511CBC6-54BB-4422-8923-E30FE32022D8}" type="presParOf" srcId="{6AD5E368-5F59-48D7-B9E2-E53BA087F5EC}" destId="{2364A058-78BE-4C95-9CA9-CCF42E4B19BB}" srcOrd="0" destOrd="0" presId="urn:microsoft.com/office/officeart/2005/8/layout/hierarchy3"/>
    <dgm:cxn modelId="{F62C0D3B-9A9E-46F6-9EE6-A29F324047B5}" type="presParOf" srcId="{2364A058-78BE-4C95-9CA9-CCF42E4B19BB}" destId="{9A163CA4-81CE-44AA-B6EA-A7357D5ABDDC}" srcOrd="0" destOrd="0" presId="urn:microsoft.com/office/officeart/2005/8/layout/hierarchy3"/>
    <dgm:cxn modelId="{46359796-5887-4BF6-A39B-7D59F23BBBEA}" type="presParOf" srcId="{2364A058-78BE-4C95-9CA9-CCF42E4B19BB}" destId="{19998139-11DE-4921-9B24-B195764F1631}" srcOrd="1" destOrd="0" presId="urn:microsoft.com/office/officeart/2005/8/layout/hierarchy3"/>
    <dgm:cxn modelId="{5FE3F795-6870-4766-BE24-0686DC609015}" type="presParOf" srcId="{6AD5E368-5F59-48D7-B9E2-E53BA087F5EC}" destId="{B6770B62-92FD-4D5B-ABB7-0C25665E8825}" srcOrd="1" destOrd="0" presId="urn:microsoft.com/office/officeart/2005/8/layout/hierarchy3"/>
    <dgm:cxn modelId="{72E3B1B7-4699-4DDB-AD77-462BB083D432}" type="presParOf" srcId="{B6770B62-92FD-4D5B-ABB7-0C25665E8825}" destId="{BED1245F-0680-4325-A918-7D4D63BC2A82}" srcOrd="0" destOrd="0" presId="urn:microsoft.com/office/officeart/2005/8/layout/hierarchy3"/>
    <dgm:cxn modelId="{3F15D438-5FD5-444A-9C78-A5286FE483DD}" type="presParOf" srcId="{B6770B62-92FD-4D5B-ABB7-0C25665E8825}" destId="{903480AA-5AC3-4BFC-AA19-B067A923B9FA}" srcOrd="1" destOrd="0" presId="urn:microsoft.com/office/officeart/2005/8/layout/hierarchy3"/>
    <dgm:cxn modelId="{64283C46-1B81-4149-8D6B-81BE1B63DFC0}" type="presParOf" srcId="{B6770B62-92FD-4D5B-ABB7-0C25665E8825}" destId="{9FA92B09-5C23-472E-B161-96A546200779}" srcOrd="2" destOrd="0" presId="urn:microsoft.com/office/officeart/2005/8/layout/hierarchy3"/>
    <dgm:cxn modelId="{31540918-F4A6-44B9-9C21-2426DBE69738}" type="presParOf" srcId="{B6770B62-92FD-4D5B-ABB7-0C25665E8825}" destId="{C78E963D-C879-4E89-AC39-21B18FEC80DC}" srcOrd="3" destOrd="0" presId="urn:microsoft.com/office/officeart/2005/8/layout/hierarchy3"/>
    <dgm:cxn modelId="{86E233F3-A594-4389-BF99-1F5FD7390E4F}" type="presParOf" srcId="{B45EB37D-6DEC-42C6-8BD8-BE0CBCDC0198}" destId="{FCF4C385-13AA-46A5-A279-BAC7224B3456}" srcOrd="4" destOrd="0" presId="urn:microsoft.com/office/officeart/2005/8/layout/hierarchy3"/>
    <dgm:cxn modelId="{DF6565AF-CB05-4619-B898-D28853F7ADE2}" type="presParOf" srcId="{FCF4C385-13AA-46A5-A279-BAC7224B3456}" destId="{A7C505ED-0A0F-44A5-974F-9A9321DFFBE0}" srcOrd="0" destOrd="0" presId="urn:microsoft.com/office/officeart/2005/8/layout/hierarchy3"/>
    <dgm:cxn modelId="{5853FB3F-11EB-471A-8060-358CF237CF94}" type="presParOf" srcId="{A7C505ED-0A0F-44A5-974F-9A9321DFFBE0}" destId="{EDB8E7FB-B8E6-4868-932A-022861E42C38}" srcOrd="0" destOrd="0" presId="urn:microsoft.com/office/officeart/2005/8/layout/hierarchy3"/>
    <dgm:cxn modelId="{1EBBD303-0A01-4519-8504-E2BC28053899}" type="presParOf" srcId="{A7C505ED-0A0F-44A5-974F-9A9321DFFBE0}" destId="{9E757C32-5F6D-4A4A-AAB1-4C95FE926ACC}" srcOrd="1" destOrd="0" presId="urn:microsoft.com/office/officeart/2005/8/layout/hierarchy3"/>
    <dgm:cxn modelId="{C6BF791B-ED23-4F66-8098-5B318DFC73F3}" type="presParOf" srcId="{FCF4C385-13AA-46A5-A279-BAC7224B3456}" destId="{12D065FF-E3C6-488E-A3C7-410A91CAABAA}" srcOrd="1" destOrd="0" presId="urn:microsoft.com/office/officeart/2005/8/layout/hierarchy3"/>
    <dgm:cxn modelId="{CDE040F9-34EF-4A05-A718-7AAFF85F6717}" type="presParOf" srcId="{12D065FF-E3C6-488E-A3C7-410A91CAABAA}" destId="{A98EE67E-E23F-4549-9CBD-F2D36A109A78}" srcOrd="0" destOrd="0" presId="urn:microsoft.com/office/officeart/2005/8/layout/hierarchy3"/>
    <dgm:cxn modelId="{6C812F87-7FB7-4B07-99F0-EC2D8265473A}" type="presParOf" srcId="{12D065FF-E3C6-488E-A3C7-410A91CAABAA}" destId="{B8D93011-350A-4CD3-8E18-EA584D5228AB}" srcOrd="1" destOrd="0" presId="urn:microsoft.com/office/officeart/2005/8/layout/hierarchy3"/>
    <dgm:cxn modelId="{30ECB66B-D8BB-447B-8AD9-AA0BA7F9ED70}" type="presParOf" srcId="{12D065FF-E3C6-488E-A3C7-410A91CAABAA}" destId="{DDD8A8C2-18BE-488B-B13B-24826C8A8B15}" srcOrd="2" destOrd="0" presId="urn:microsoft.com/office/officeart/2005/8/layout/hierarchy3"/>
    <dgm:cxn modelId="{39ABFE18-B0D1-4B8E-8D20-DED22431F7FB}" type="presParOf" srcId="{12D065FF-E3C6-488E-A3C7-410A91CAABAA}" destId="{7F4C8C5C-1785-4507-893E-44838DCB8B74}" srcOrd="3" destOrd="0" presId="urn:microsoft.com/office/officeart/2005/8/layout/hierarchy3"/>
    <dgm:cxn modelId="{F5BD24CF-CF08-40B8-939E-975A75464024}" type="presParOf" srcId="{12D065FF-E3C6-488E-A3C7-410A91CAABAA}" destId="{29452A11-48EB-4B49-B37C-E47685A3AB6C}" srcOrd="4" destOrd="0" presId="urn:microsoft.com/office/officeart/2005/8/layout/hierarchy3"/>
    <dgm:cxn modelId="{4F74A030-2808-4244-A0C9-BB1D6727FC85}" type="presParOf" srcId="{12D065FF-E3C6-488E-A3C7-410A91CAABAA}" destId="{FDF90688-D5C0-4E73-AA1F-E2AB8D276947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6CBF0B-E1A9-48C9-B8F1-E8E01FF64BB8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4C78A736-FE6B-4703-B411-FA479B4FE265}">
      <dgm:prSet phldrT="[Text]"/>
      <dgm:spPr>
        <a:solidFill>
          <a:schemeClr val="tx1">
            <a:lumMod val="75000"/>
            <a:lumOff val="25000"/>
            <a:alpha val="50000"/>
          </a:schemeClr>
        </a:solidFill>
      </dgm:spPr>
      <dgm:t>
        <a:bodyPr/>
        <a:lstStyle/>
        <a:p>
          <a:r>
            <a:rPr lang="en-US" dirty="0">
              <a:latin typeface="Titillium Web" panose="00000500000000000000" pitchFamily="2" charset="0"/>
            </a:rPr>
            <a:t>People</a:t>
          </a:r>
        </a:p>
      </dgm:t>
    </dgm:pt>
    <dgm:pt modelId="{4F169738-A654-48D5-9491-ACE0A04A1EF9}" type="parTrans" cxnId="{F1F30FA6-C464-4FFC-B7BC-4383EF27D1A8}">
      <dgm:prSet/>
      <dgm:spPr/>
      <dgm:t>
        <a:bodyPr/>
        <a:lstStyle/>
        <a:p>
          <a:endParaRPr lang="en-US"/>
        </a:p>
      </dgm:t>
    </dgm:pt>
    <dgm:pt modelId="{9FF3EF90-9641-42EA-9691-3D2810035D92}" type="sibTrans" cxnId="{F1F30FA6-C464-4FFC-B7BC-4383EF27D1A8}">
      <dgm:prSet/>
      <dgm:spPr/>
      <dgm:t>
        <a:bodyPr/>
        <a:lstStyle/>
        <a:p>
          <a:endParaRPr lang="en-US"/>
        </a:p>
      </dgm:t>
    </dgm:pt>
    <dgm:pt modelId="{DF6E03AE-F88F-4A93-8B7C-C0AA3DFFFCDD}">
      <dgm:prSet phldrT="[Text]"/>
      <dgm:spPr>
        <a:solidFill>
          <a:srgbClr val="00B0F0">
            <a:alpha val="50000"/>
          </a:srgbClr>
        </a:solidFill>
      </dgm:spPr>
      <dgm:t>
        <a:bodyPr/>
        <a:lstStyle/>
        <a:p>
          <a:r>
            <a:rPr lang="en-US" dirty="0">
              <a:latin typeface="Titillium Web" panose="00000500000000000000" pitchFamily="2" charset="0"/>
            </a:rPr>
            <a:t>Process</a:t>
          </a:r>
        </a:p>
      </dgm:t>
    </dgm:pt>
    <dgm:pt modelId="{198D67F3-4396-4A2D-B55F-93394D356DF4}" type="parTrans" cxnId="{FE206C3C-19A8-4947-BFC9-CB4AA1994A4F}">
      <dgm:prSet/>
      <dgm:spPr/>
      <dgm:t>
        <a:bodyPr/>
        <a:lstStyle/>
        <a:p>
          <a:endParaRPr lang="en-US"/>
        </a:p>
      </dgm:t>
    </dgm:pt>
    <dgm:pt modelId="{1F5D2B28-627B-4223-A91C-2BC058BFB471}" type="sibTrans" cxnId="{FE206C3C-19A8-4947-BFC9-CB4AA1994A4F}">
      <dgm:prSet/>
      <dgm:spPr/>
      <dgm:t>
        <a:bodyPr/>
        <a:lstStyle/>
        <a:p>
          <a:endParaRPr lang="en-US"/>
        </a:p>
      </dgm:t>
    </dgm:pt>
    <dgm:pt modelId="{C8D5CB1E-7FCD-4BA6-976A-F513A34D7715}">
      <dgm:prSet phldrT="[Text]"/>
      <dgm:spPr>
        <a:solidFill>
          <a:srgbClr val="92D050">
            <a:alpha val="50000"/>
          </a:srgbClr>
        </a:solidFill>
      </dgm:spPr>
      <dgm:t>
        <a:bodyPr/>
        <a:lstStyle/>
        <a:p>
          <a:r>
            <a:rPr lang="en-US" dirty="0">
              <a:latin typeface="Titillium Web" panose="00000500000000000000" pitchFamily="2" charset="0"/>
            </a:rPr>
            <a:t>Technology</a:t>
          </a:r>
        </a:p>
      </dgm:t>
    </dgm:pt>
    <dgm:pt modelId="{9A2A8BF8-3C2C-49DB-B506-D6E9E09F79F1}" type="parTrans" cxnId="{F1EC3DF2-B6AD-4F1C-B65E-8DCA349E5F85}">
      <dgm:prSet/>
      <dgm:spPr/>
      <dgm:t>
        <a:bodyPr/>
        <a:lstStyle/>
        <a:p>
          <a:endParaRPr lang="en-US"/>
        </a:p>
      </dgm:t>
    </dgm:pt>
    <dgm:pt modelId="{825EF029-6156-4A1D-B16F-97C8FF3168CA}" type="sibTrans" cxnId="{F1EC3DF2-B6AD-4F1C-B65E-8DCA349E5F85}">
      <dgm:prSet/>
      <dgm:spPr/>
      <dgm:t>
        <a:bodyPr/>
        <a:lstStyle/>
        <a:p>
          <a:endParaRPr lang="en-US"/>
        </a:p>
      </dgm:t>
    </dgm:pt>
    <dgm:pt modelId="{7AB1E0D8-03B2-4002-937F-7A96527E744B}" type="pres">
      <dgm:prSet presAssocID="{9A6CBF0B-E1A9-48C9-B8F1-E8E01FF64BB8}" presName="compositeShape" presStyleCnt="0">
        <dgm:presLayoutVars>
          <dgm:chMax val="7"/>
          <dgm:dir/>
          <dgm:resizeHandles val="exact"/>
        </dgm:presLayoutVars>
      </dgm:prSet>
      <dgm:spPr/>
    </dgm:pt>
    <dgm:pt modelId="{B7BE1CA1-38AF-426D-B3D5-6674AE3ED48F}" type="pres">
      <dgm:prSet presAssocID="{4C78A736-FE6B-4703-B411-FA479B4FE265}" presName="circ1" presStyleLbl="vennNode1" presStyleIdx="0" presStyleCnt="3"/>
      <dgm:spPr/>
    </dgm:pt>
    <dgm:pt modelId="{2EB365F8-E933-4772-9B95-16102BE46AA5}" type="pres">
      <dgm:prSet presAssocID="{4C78A736-FE6B-4703-B411-FA479B4FE26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5091D3C-0041-4493-899E-32068E963C15}" type="pres">
      <dgm:prSet presAssocID="{DF6E03AE-F88F-4A93-8B7C-C0AA3DFFFCDD}" presName="circ2" presStyleLbl="vennNode1" presStyleIdx="1" presStyleCnt="3"/>
      <dgm:spPr/>
    </dgm:pt>
    <dgm:pt modelId="{1B5547E4-DBBD-4DF0-B7FE-679756B68762}" type="pres">
      <dgm:prSet presAssocID="{DF6E03AE-F88F-4A93-8B7C-C0AA3DFFFCDD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372F9F-8094-4A34-B830-1D0A094AA17A}" type="pres">
      <dgm:prSet presAssocID="{C8D5CB1E-7FCD-4BA6-976A-F513A34D7715}" presName="circ3" presStyleLbl="vennNode1" presStyleIdx="2" presStyleCnt="3"/>
      <dgm:spPr/>
    </dgm:pt>
    <dgm:pt modelId="{D539024A-D163-4A09-B68A-C30A5600942E}" type="pres">
      <dgm:prSet presAssocID="{C8D5CB1E-7FCD-4BA6-976A-F513A34D771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27F51203-9628-46AE-9E15-7C770B2AAA71}" type="presOf" srcId="{DF6E03AE-F88F-4A93-8B7C-C0AA3DFFFCDD}" destId="{1B5547E4-DBBD-4DF0-B7FE-679756B68762}" srcOrd="1" destOrd="0" presId="urn:microsoft.com/office/officeart/2005/8/layout/venn1"/>
    <dgm:cxn modelId="{FE206C3C-19A8-4947-BFC9-CB4AA1994A4F}" srcId="{9A6CBF0B-E1A9-48C9-B8F1-E8E01FF64BB8}" destId="{DF6E03AE-F88F-4A93-8B7C-C0AA3DFFFCDD}" srcOrd="1" destOrd="0" parTransId="{198D67F3-4396-4A2D-B55F-93394D356DF4}" sibTransId="{1F5D2B28-627B-4223-A91C-2BC058BFB471}"/>
    <dgm:cxn modelId="{3A309B5B-87FA-43F4-877A-D80BBA3B7B9B}" type="presOf" srcId="{4C78A736-FE6B-4703-B411-FA479B4FE265}" destId="{B7BE1CA1-38AF-426D-B3D5-6674AE3ED48F}" srcOrd="0" destOrd="0" presId="urn:microsoft.com/office/officeart/2005/8/layout/venn1"/>
    <dgm:cxn modelId="{9585D174-1AB1-4A1A-9A88-BBB379E42FC8}" type="presOf" srcId="{4C78A736-FE6B-4703-B411-FA479B4FE265}" destId="{2EB365F8-E933-4772-9B95-16102BE46AA5}" srcOrd="1" destOrd="0" presId="urn:microsoft.com/office/officeart/2005/8/layout/venn1"/>
    <dgm:cxn modelId="{5E0BC284-98D3-4E8E-95AF-A6FC7BD23986}" type="presOf" srcId="{C8D5CB1E-7FCD-4BA6-976A-F513A34D7715}" destId="{2A372F9F-8094-4A34-B830-1D0A094AA17A}" srcOrd="0" destOrd="0" presId="urn:microsoft.com/office/officeart/2005/8/layout/venn1"/>
    <dgm:cxn modelId="{F1F30FA6-C464-4FFC-B7BC-4383EF27D1A8}" srcId="{9A6CBF0B-E1A9-48C9-B8F1-E8E01FF64BB8}" destId="{4C78A736-FE6B-4703-B411-FA479B4FE265}" srcOrd="0" destOrd="0" parTransId="{4F169738-A654-48D5-9491-ACE0A04A1EF9}" sibTransId="{9FF3EF90-9641-42EA-9691-3D2810035D92}"/>
    <dgm:cxn modelId="{61D83DD7-F2B7-4563-BDF6-77FF0C8A70CB}" type="presOf" srcId="{C8D5CB1E-7FCD-4BA6-976A-F513A34D7715}" destId="{D539024A-D163-4A09-B68A-C30A5600942E}" srcOrd="1" destOrd="0" presId="urn:microsoft.com/office/officeart/2005/8/layout/venn1"/>
    <dgm:cxn modelId="{65DD12E3-9B12-4F15-A876-DBD689A5F3D2}" type="presOf" srcId="{DF6E03AE-F88F-4A93-8B7C-C0AA3DFFFCDD}" destId="{25091D3C-0041-4493-899E-32068E963C15}" srcOrd="0" destOrd="0" presId="urn:microsoft.com/office/officeart/2005/8/layout/venn1"/>
    <dgm:cxn modelId="{7A963BF2-EFED-4186-99A4-DAA3281C4BB2}" type="presOf" srcId="{9A6CBF0B-E1A9-48C9-B8F1-E8E01FF64BB8}" destId="{7AB1E0D8-03B2-4002-937F-7A96527E744B}" srcOrd="0" destOrd="0" presId="urn:microsoft.com/office/officeart/2005/8/layout/venn1"/>
    <dgm:cxn modelId="{F1EC3DF2-B6AD-4F1C-B65E-8DCA349E5F85}" srcId="{9A6CBF0B-E1A9-48C9-B8F1-E8E01FF64BB8}" destId="{C8D5CB1E-7FCD-4BA6-976A-F513A34D7715}" srcOrd="2" destOrd="0" parTransId="{9A2A8BF8-3C2C-49DB-B506-D6E9E09F79F1}" sibTransId="{825EF029-6156-4A1D-B16F-97C8FF3168CA}"/>
    <dgm:cxn modelId="{22726E27-3DDC-48D9-91DE-6D18E3E946A0}" type="presParOf" srcId="{7AB1E0D8-03B2-4002-937F-7A96527E744B}" destId="{B7BE1CA1-38AF-426D-B3D5-6674AE3ED48F}" srcOrd="0" destOrd="0" presId="urn:microsoft.com/office/officeart/2005/8/layout/venn1"/>
    <dgm:cxn modelId="{3E156EEE-58C9-4407-B885-E9E5D2DDF32F}" type="presParOf" srcId="{7AB1E0D8-03B2-4002-937F-7A96527E744B}" destId="{2EB365F8-E933-4772-9B95-16102BE46AA5}" srcOrd="1" destOrd="0" presId="urn:microsoft.com/office/officeart/2005/8/layout/venn1"/>
    <dgm:cxn modelId="{6FE22ABD-C3CC-4130-A703-1AF891D5C576}" type="presParOf" srcId="{7AB1E0D8-03B2-4002-937F-7A96527E744B}" destId="{25091D3C-0041-4493-899E-32068E963C15}" srcOrd="2" destOrd="0" presId="urn:microsoft.com/office/officeart/2005/8/layout/venn1"/>
    <dgm:cxn modelId="{F46713D0-A894-4266-82A3-C350FB70727C}" type="presParOf" srcId="{7AB1E0D8-03B2-4002-937F-7A96527E744B}" destId="{1B5547E4-DBBD-4DF0-B7FE-679756B68762}" srcOrd="3" destOrd="0" presId="urn:microsoft.com/office/officeart/2005/8/layout/venn1"/>
    <dgm:cxn modelId="{15F83262-D20C-47D5-AB2D-F7CBA1492E17}" type="presParOf" srcId="{7AB1E0D8-03B2-4002-937F-7A96527E744B}" destId="{2A372F9F-8094-4A34-B830-1D0A094AA17A}" srcOrd="4" destOrd="0" presId="urn:microsoft.com/office/officeart/2005/8/layout/venn1"/>
    <dgm:cxn modelId="{3B8B6D54-0A9A-4D36-B6A2-63F9E072EC83}" type="presParOf" srcId="{7AB1E0D8-03B2-4002-937F-7A96527E744B}" destId="{D539024A-D163-4A09-B68A-C30A5600942E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647887-8F59-440B-8D7C-A2AC364E41A3}" type="doc">
      <dgm:prSet loTypeId="urn:microsoft.com/office/officeart/2005/8/layout/radial6" loCatId="cycle" qsTypeId="urn:microsoft.com/office/officeart/2005/8/quickstyle/simple1" qsCatId="simple" csTypeId="urn:microsoft.com/office/officeart/2005/8/colors/colorful1" csCatId="colorful" phldr="1"/>
      <dgm:spPr/>
    </dgm:pt>
    <dgm:pt modelId="{22EC77D7-7FC2-45E0-9F30-6B85B0B77692}">
      <dgm:prSet phldrT="[Text]" custT="1"/>
      <dgm:spPr/>
      <dgm:t>
        <a:bodyPr/>
        <a:lstStyle/>
        <a:p>
          <a:r>
            <a:rPr lang="en-US" sz="1900" dirty="0">
              <a:latin typeface="Titillium Web" panose="00000500000000000000" pitchFamily="2" charset="0"/>
            </a:rPr>
            <a:t>SOC</a:t>
          </a:r>
          <a:br>
            <a:rPr lang="en-US" sz="1900" dirty="0">
              <a:latin typeface="Titillium Web" panose="00000500000000000000" pitchFamily="2" charset="0"/>
            </a:rPr>
          </a:br>
          <a:r>
            <a:rPr lang="en-US" sz="1100" dirty="0">
              <a:latin typeface="Titillium Web" panose="00000500000000000000" pitchFamily="2" charset="0"/>
            </a:rPr>
            <a:t>Core Functions</a:t>
          </a:r>
          <a:endParaRPr lang="en-US" sz="1900" dirty="0">
            <a:latin typeface="Titillium Web" panose="00000500000000000000" pitchFamily="2" charset="0"/>
          </a:endParaRPr>
        </a:p>
      </dgm:t>
    </dgm:pt>
    <dgm:pt modelId="{DFA6F94A-8B33-4FA0-875F-8847AC497DB2}" type="parTrans" cxnId="{9EC10A39-2419-41B5-970D-B15B2A24A269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19C1F374-3375-43F7-9937-2FBAB3F49A67}" type="sibTrans" cxnId="{9EC10A39-2419-41B5-970D-B15B2A24A269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B1E0C0DA-D90A-4D04-A0F1-9977F36E20EF}">
      <dgm:prSet phldrT="[Text]"/>
      <dgm:spPr/>
      <dgm:t>
        <a:bodyPr/>
        <a:lstStyle/>
        <a:p>
          <a:r>
            <a:rPr lang="en-US" dirty="0">
              <a:latin typeface="Titillium Web" panose="00000500000000000000" pitchFamily="2" charset="0"/>
            </a:rPr>
            <a:t>Detect</a:t>
          </a:r>
        </a:p>
      </dgm:t>
    </dgm:pt>
    <dgm:pt modelId="{E1979568-F7F8-4273-BF06-16D198D4A682}" type="parTrans" cxnId="{F8027C9E-8C80-4695-A391-E16E631EF3B0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296EF32E-EA67-4DB7-938F-8EBE882E8818}" type="sibTrans" cxnId="{F8027C9E-8C80-4695-A391-E16E631EF3B0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240B0A63-483C-452C-A542-BBD4C5DC6DD8}">
      <dgm:prSet phldrT="[Text]"/>
      <dgm:spPr/>
      <dgm:t>
        <a:bodyPr/>
        <a:lstStyle/>
        <a:p>
          <a:r>
            <a:rPr lang="en-US" dirty="0">
              <a:latin typeface="Titillium Web" panose="00000500000000000000" pitchFamily="2" charset="0"/>
            </a:rPr>
            <a:t>Respond</a:t>
          </a:r>
        </a:p>
      </dgm:t>
    </dgm:pt>
    <dgm:pt modelId="{BE36A3D6-60C5-4B5D-8B37-953BE80A1F5D}" type="parTrans" cxnId="{752239E8-E79B-49DF-860B-00701217AA99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249D14D1-F8E0-46ED-B969-1CDAC85CDB86}" type="sibTrans" cxnId="{752239E8-E79B-49DF-860B-00701217AA99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07EBE985-68B9-4104-9289-8A4CCFCA90A1}">
      <dgm:prSet phldrT="[Text]"/>
      <dgm:spPr/>
      <dgm:t>
        <a:bodyPr/>
        <a:lstStyle/>
        <a:p>
          <a:r>
            <a:rPr lang="en-US" dirty="0">
              <a:latin typeface="Titillium Web" panose="00000500000000000000" pitchFamily="2" charset="0"/>
            </a:rPr>
            <a:t>Protect</a:t>
          </a:r>
        </a:p>
      </dgm:t>
    </dgm:pt>
    <dgm:pt modelId="{0D28819C-8ECD-415A-AEB9-048399901F5C}" type="parTrans" cxnId="{78E6EAC9-9145-454F-8019-F289F4F310E6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18D75600-1813-4E48-B872-73C0F831EA12}" type="sibTrans" cxnId="{78E6EAC9-9145-454F-8019-F289F4F310E6}">
      <dgm:prSet/>
      <dgm:spPr/>
      <dgm:t>
        <a:bodyPr/>
        <a:lstStyle/>
        <a:p>
          <a:endParaRPr lang="en-US">
            <a:latin typeface="Titillium Web" panose="00000500000000000000" pitchFamily="2" charset="0"/>
          </a:endParaRPr>
        </a:p>
      </dgm:t>
    </dgm:pt>
    <dgm:pt modelId="{33099013-9E93-4A5B-AC34-45612745F73C}" type="pres">
      <dgm:prSet presAssocID="{6F647887-8F59-440B-8D7C-A2AC364E41A3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FB7DAE4-48A7-455E-A01A-E07ABC07DBEC}" type="pres">
      <dgm:prSet presAssocID="{22EC77D7-7FC2-45E0-9F30-6B85B0B77692}" presName="centerShape" presStyleLbl="node0" presStyleIdx="0" presStyleCnt="1"/>
      <dgm:spPr/>
    </dgm:pt>
    <dgm:pt modelId="{B916330B-468F-4A8B-920A-C73CD96FA2C0}" type="pres">
      <dgm:prSet presAssocID="{07EBE985-68B9-4104-9289-8A4CCFCA90A1}" presName="node" presStyleLbl="node1" presStyleIdx="0" presStyleCnt="3">
        <dgm:presLayoutVars>
          <dgm:bulletEnabled val="1"/>
        </dgm:presLayoutVars>
      </dgm:prSet>
      <dgm:spPr/>
    </dgm:pt>
    <dgm:pt modelId="{773FC1CE-A0D1-4BA5-9E0A-4A15037A75CE}" type="pres">
      <dgm:prSet presAssocID="{07EBE985-68B9-4104-9289-8A4CCFCA90A1}" presName="dummy" presStyleCnt="0"/>
      <dgm:spPr/>
    </dgm:pt>
    <dgm:pt modelId="{6DA663FD-602E-4811-9830-99476ACA1E78}" type="pres">
      <dgm:prSet presAssocID="{18D75600-1813-4E48-B872-73C0F831EA12}" presName="sibTrans" presStyleLbl="sibTrans2D1" presStyleIdx="0" presStyleCnt="3"/>
      <dgm:spPr/>
    </dgm:pt>
    <dgm:pt modelId="{8A95CC05-9B64-4865-B9F2-78A960AE7AF8}" type="pres">
      <dgm:prSet presAssocID="{B1E0C0DA-D90A-4D04-A0F1-9977F36E20EF}" presName="node" presStyleLbl="node1" presStyleIdx="1" presStyleCnt="3">
        <dgm:presLayoutVars>
          <dgm:bulletEnabled val="1"/>
        </dgm:presLayoutVars>
      </dgm:prSet>
      <dgm:spPr/>
    </dgm:pt>
    <dgm:pt modelId="{FCF33F8D-51EE-407E-BC11-2A9500822AB8}" type="pres">
      <dgm:prSet presAssocID="{B1E0C0DA-D90A-4D04-A0F1-9977F36E20EF}" presName="dummy" presStyleCnt="0"/>
      <dgm:spPr/>
    </dgm:pt>
    <dgm:pt modelId="{F1717791-9E65-4086-A1B8-5F6C193A79FC}" type="pres">
      <dgm:prSet presAssocID="{296EF32E-EA67-4DB7-938F-8EBE882E8818}" presName="sibTrans" presStyleLbl="sibTrans2D1" presStyleIdx="1" presStyleCnt="3"/>
      <dgm:spPr/>
    </dgm:pt>
    <dgm:pt modelId="{96E5CDB3-6AE2-4432-B1DB-BE0F4D578817}" type="pres">
      <dgm:prSet presAssocID="{240B0A63-483C-452C-A542-BBD4C5DC6DD8}" presName="node" presStyleLbl="node1" presStyleIdx="2" presStyleCnt="3">
        <dgm:presLayoutVars>
          <dgm:bulletEnabled val="1"/>
        </dgm:presLayoutVars>
      </dgm:prSet>
      <dgm:spPr/>
    </dgm:pt>
    <dgm:pt modelId="{F95681D1-ED5C-414E-8CAF-DB632425335F}" type="pres">
      <dgm:prSet presAssocID="{240B0A63-483C-452C-A542-BBD4C5DC6DD8}" presName="dummy" presStyleCnt="0"/>
      <dgm:spPr/>
    </dgm:pt>
    <dgm:pt modelId="{78343427-B6C0-4488-B676-76F0F7155317}" type="pres">
      <dgm:prSet presAssocID="{249D14D1-F8E0-46ED-B969-1CDAC85CDB86}" presName="sibTrans" presStyleLbl="sibTrans2D1" presStyleIdx="2" presStyleCnt="3"/>
      <dgm:spPr/>
    </dgm:pt>
  </dgm:ptLst>
  <dgm:cxnLst>
    <dgm:cxn modelId="{120E931C-8D45-4E6B-B575-6728A9D7270B}" type="presOf" srcId="{18D75600-1813-4E48-B872-73C0F831EA12}" destId="{6DA663FD-602E-4811-9830-99476ACA1E78}" srcOrd="0" destOrd="0" presId="urn:microsoft.com/office/officeart/2005/8/layout/radial6"/>
    <dgm:cxn modelId="{27E0F121-C154-4376-A35D-398E200DB7DC}" type="presOf" srcId="{6F647887-8F59-440B-8D7C-A2AC364E41A3}" destId="{33099013-9E93-4A5B-AC34-45612745F73C}" srcOrd="0" destOrd="0" presId="urn:microsoft.com/office/officeart/2005/8/layout/radial6"/>
    <dgm:cxn modelId="{9EC10A39-2419-41B5-970D-B15B2A24A269}" srcId="{6F647887-8F59-440B-8D7C-A2AC364E41A3}" destId="{22EC77D7-7FC2-45E0-9F30-6B85B0B77692}" srcOrd="0" destOrd="0" parTransId="{DFA6F94A-8B33-4FA0-875F-8847AC497DB2}" sibTransId="{19C1F374-3375-43F7-9937-2FBAB3F49A67}"/>
    <dgm:cxn modelId="{429D9E64-9AAD-4FB3-9E2C-8BD93A3CE04F}" type="presOf" srcId="{22EC77D7-7FC2-45E0-9F30-6B85B0B77692}" destId="{3FB7DAE4-48A7-455E-A01A-E07ABC07DBEC}" srcOrd="0" destOrd="0" presId="urn:microsoft.com/office/officeart/2005/8/layout/radial6"/>
    <dgm:cxn modelId="{7AF55C65-F30D-453F-AF9B-134D9525B0A8}" type="presOf" srcId="{240B0A63-483C-452C-A542-BBD4C5DC6DD8}" destId="{96E5CDB3-6AE2-4432-B1DB-BE0F4D578817}" srcOrd="0" destOrd="0" presId="urn:microsoft.com/office/officeart/2005/8/layout/radial6"/>
    <dgm:cxn modelId="{3A41C353-DC24-4779-A25F-58A2E5148396}" type="presOf" srcId="{249D14D1-F8E0-46ED-B969-1CDAC85CDB86}" destId="{78343427-B6C0-4488-B676-76F0F7155317}" srcOrd="0" destOrd="0" presId="urn:microsoft.com/office/officeart/2005/8/layout/radial6"/>
    <dgm:cxn modelId="{1DC25288-1863-4CB6-9D05-CDF85916C788}" type="presOf" srcId="{B1E0C0DA-D90A-4D04-A0F1-9977F36E20EF}" destId="{8A95CC05-9B64-4865-B9F2-78A960AE7AF8}" srcOrd="0" destOrd="0" presId="urn:microsoft.com/office/officeart/2005/8/layout/radial6"/>
    <dgm:cxn modelId="{F8027C9E-8C80-4695-A391-E16E631EF3B0}" srcId="{22EC77D7-7FC2-45E0-9F30-6B85B0B77692}" destId="{B1E0C0DA-D90A-4D04-A0F1-9977F36E20EF}" srcOrd="1" destOrd="0" parTransId="{E1979568-F7F8-4273-BF06-16D198D4A682}" sibTransId="{296EF32E-EA67-4DB7-938F-8EBE882E8818}"/>
    <dgm:cxn modelId="{78E6EAC9-9145-454F-8019-F289F4F310E6}" srcId="{22EC77D7-7FC2-45E0-9F30-6B85B0B77692}" destId="{07EBE985-68B9-4104-9289-8A4CCFCA90A1}" srcOrd="0" destOrd="0" parTransId="{0D28819C-8ECD-415A-AEB9-048399901F5C}" sibTransId="{18D75600-1813-4E48-B872-73C0F831EA12}"/>
    <dgm:cxn modelId="{FF325CCB-C2C8-4A9A-AB03-BB8E3E82F20F}" type="presOf" srcId="{296EF32E-EA67-4DB7-938F-8EBE882E8818}" destId="{F1717791-9E65-4086-A1B8-5F6C193A79FC}" srcOrd="0" destOrd="0" presId="urn:microsoft.com/office/officeart/2005/8/layout/radial6"/>
    <dgm:cxn modelId="{3EADA5CE-24B6-44B8-ACF5-66DE72E4BEDB}" type="presOf" srcId="{07EBE985-68B9-4104-9289-8A4CCFCA90A1}" destId="{B916330B-468F-4A8B-920A-C73CD96FA2C0}" srcOrd="0" destOrd="0" presId="urn:microsoft.com/office/officeart/2005/8/layout/radial6"/>
    <dgm:cxn modelId="{752239E8-E79B-49DF-860B-00701217AA99}" srcId="{22EC77D7-7FC2-45E0-9F30-6B85B0B77692}" destId="{240B0A63-483C-452C-A542-BBD4C5DC6DD8}" srcOrd="2" destOrd="0" parTransId="{BE36A3D6-60C5-4B5D-8B37-953BE80A1F5D}" sibTransId="{249D14D1-F8E0-46ED-B969-1CDAC85CDB86}"/>
    <dgm:cxn modelId="{230DD5E6-07BF-4243-8954-7D16BB42E8B3}" type="presParOf" srcId="{33099013-9E93-4A5B-AC34-45612745F73C}" destId="{3FB7DAE4-48A7-455E-A01A-E07ABC07DBEC}" srcOrd="0" destOrd="0" presId="urn:microsoft.com/office/officeart/2005/8/layout/radial6"/>
    <dgm:cxn modelId="{F98D0C5A-CAB5-41D7-8AD3-71175979EC2C}" type="presParOf" srcId="{33099013-9E93-4A5B-AC34-45612745F73C}" destId="{B916330B-468F-4A8B-920A-C73CD96FA2C0}" srcOrd="1" destOrd="0" presId="urn:microsoft.com/office/officeart/2005/8/layout/radial6"/>
    <dgm:cxn modelId="{EA243962-8BF0-42C0-BF83-B4BDFFA74DA9}" type="presParOf" srcId="{33099013-9E93-4A5B-AC34-45612745F73C}" destId="{773FC1CE-A0D1-4BA5-9E0A-4A15037A75CE}" srcOrd="2" destOrd="0" presId="urn:microsoft.com/office/officeart/2005/8/layout/radial6"/>
    <dgm:cxn modelId="{7D79FF47-55B2-4ACC-BA10-83929750F5E8}" type="presParOf" srcId="{33099013-9E93-4A5B-AC34-45612745F73C}" destId="{6DA663FD-602E-4811-9830-99476ACA1E78}" srcOrd="3" destOrd="0" presId="urn:microsoft.com/office/officeart/2005/8/layout/radial6"/>
    <dgm:cxn modelId="{C1C10E3F-4CE6-4EBD-86A9-D721A56E1902}" type="presParOf" srcId="{33099013-9E93-4A5B-AC34-45612745F73C}" destId="{8A95CC05-9B64-4865-B9F2-78A960AE7AF8}" srcOrd="4" destOrd="0" presId="urn:microsoft.com/office/officeart/2005/8/layout/radial6"/>
    <dgm:cxn modelId="{6F0F77D3-E153-47CE-A24B-3C714CCACD8B}" type="presParOf" srcId="{33099013-9E93-4A5B-AC34-45612745F73C}" destId="{FCF33F8D-51EE-407E-BC11-2A9500822AB8}" srcOrd="5" destOrd="0" presId="urn:microsoft.com/office/officeart/2005/8/layout/radial6"/>
    <dgm:cxn modelId="{F3263A40-7CF6-4173-ADAA-9F314C7543CE}" type="presParOf" srcId="{33099013-9E93-4A5B-AC34-45612745F73C}" destId="{F1717791-9E65-4086-A1B8-5F6C193A79FC}" srcOrd="6" destOrd="0" presId="urn:microsoft.com/office/officeart/2005/8/layout/radial6"/>
    <dgm:cxn modelId="{4AF6AA32-F5D9-461D-B957-EA9137255E05}" type="presParOf" srcId="{33099013-9E93-4A5B-AC34-45612745F73C}" destId="{96E5CDB3-6AE2-4432-B1DB-BE0F4D578817}" srcOrd="7" destOrd="0" presId="urn:microsoft.com/office/officeart/2005/8/layout/radial6"/>
    <dgm:cxn modelId="{D676E214-2460-4797-B57E-9743AEDDBC99}" type="presParOf" srcId="{33099013-9E93-4A5B-AC34-45612745F73C}" destId="{F95681D1-ED5C-414E-8CAF-DB632425335F}" srcOrd="8" destOrd="0" presId="urn:microsoft.com/office/officeart/2005/8/layout/radial6"/>
    <dgm:cxn modelId="{0710C19C-953D-4FFA-AC12-682094B40DE3}" type="presParOf" srcId="{33099013-9E93-4A5B-AC34-45612745F73C}" destId="{78343427-B6C0-4488-B676-76F0F7155317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70134E-F4D7-4A13-B810-ABB49B8B95A6}">
      <dsp:nvSpPr>
        <dsp:cNvPr id="0" name=""/>
        <dsp:cNvSpPr/>
      </dsp:nvSpPr>
      <dsp:spPr>
        <a:xfrm>
          <a:off x="4267" y="501174"/>
          <a:ext cx="1455343" cy="727671"/>
        </a:xfrm>
        <a:prstGeom prst="roundRect">
          <a:avLst>
            <a:gd name="adj" fmla="val 10000"/>
          </a:avLst>
        </a:prstGeom>
        <a:solidFill>
          <a:srgbClr val="C00000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tillium Web" panose="00000500000000000000" pitchFamily="2" charset="0"/>
            </a:rPr>
            <a:t>Information Security Event Management</a:t>
          </a:r>
        </a:p>
      </dsp:txBody>
      <dsp:txXfrm>
        <a:off x="25580" y="522487"/>
        <a:ext cx="1412717" cy="685045"/>
      </dsp:txXfrm>
    </dsp:sp>
    <dsp:sp modelId="{9AC58564-71E4-4F30-A1C7-7C12D34BE0C0}">
      <dsp:nvSpPr>
        <dsp:cNvPr id="0" name=""/>
        <dsp:cNvSpPr/>
      </dsp:nvSpPr>
      <dsp:spPr>
        <a:xfrm>
          <a:off x="149802" y="1228846"/>
          <a:ext cx="145534" cy="5457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5753"/>
              </a:lnTo>
              <a:lnTo>
                <a:pt x="145534" y="5457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2E294A-8658-4919-A00A-D1DA953A6902}">
      <dsp:nvSpPr>
        <dsp:cNvPr id="0" name=""/>
        <dsp:cNvSpPr/>
      </dsp:nvSpPr>
      <dsp:spPr>
        <a:xfrm>
          <a:off x="295336" y="1410764"/>
          <a:ext cx="1164274" cy="727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Titillium Web" panose="00000500000000000000" pitchFamily="2" charset="0"/>
            </a:rPr>
            <a:t>Monitoring and Detection</a:t>
          </a:r>
        </a:p>
      </dsp:txBody>
      <dsp:txXfrm>
        <a:off x="316649" y="1432077"/>
        <a:ext cx="1121648" cy="685045"/>
      </dsp:txXfrm>
    </dsp:sp>
    <dsp:sp modelId="{B134C63B-294F-4243-88CF-C160D333FCE8}">
      <dsp:nvSpPr>
        <dsp:cNvPr id="0" name=""/>
        <dsp:cNvSpPr/>
      </dsp:nvSpPr>
      <dsp:spPr>
        <a:xfrm>
          <a:off x="149802" y="1228846"/>
          <a:ext cx="145534" cy="1455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5343"/>
              </a:lnTo>
              <a:lnTo>
                <a:pt x="145534" y="145534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4DF704-6635-4BA6-906E-3DF1519B64EB}">
      <dsp:nvSpPr>
        <dsp:cNvPr id="0" name=""/>
        <dsp:cNvSpPr/>
      </dsp:nvSpPr>
      <dsp:spPr>
        <a:xfrm>
          <a:off x="295336" y="2320353"/>
          <a:ext cx="1164274" cy="727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Titillium Web" panose="00000500000000000000" pitchFamily="2" charset="0"/>
            </a:rPr>
            <a:t>Event Analysis</a:t>
          </a:r>
        </a:p>
      </dsp:txBody>
      <dsp:txXfrm>
        <a:off x="316649" y="2341666"/>
        <a:ext cx="1121648" cy="685045"/>
      </dsp:txXfrm>
    </dsp:sp>
    <dsp:sp modelId="{E84A565E-6ED5-46F9-B532-00F4AF4DD1CB}">
      <dsp:nvSpPr>
        <dsp:cNvPr id="0" name=""/>
        <dsp:cNvSpPr/>
      </dsp:nvSpPr>
      <dsp:spPr>
        <a:xfrm>
          <a:off x="1823446" y="501174"/>
          <a:ext cx="1455343" cy="727671"/>
        </a:xfrm>
        <a:prstGeom prst="roundRect">
          <a:avLst>
            <a:gd name="adj" fmla="val 10000"/>
          </a:avLst>
        </a:prstGeom>
        <a:solidFill>
          <a:srgbClr val="1B587C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tillium Web" panose="00000500000000000000" pitchFamily="2" charset="0"/>
            </a:rPr>
            <a:t>Information Security Incident Management</a:t>
          </a:r>
        </a:p>
      </dsp:txBody>
      <dsp:txXfrm>
        <a:off x="1844759" y="522487"/>
        <a:ext cx="1412717" cy="685045"/>
      </dsp:txXfrm>
    </dsp:sp>
    <dsp:sp modelId="{6DF5C30B-96A4-487F-AB66-990D3E91722E}">
      <dsp:nvSpPr>
        <dsp:cNvPr id="0" name=""/>
        <dsp:cNvSpPr/>
      </dsp:nvSpPr>
      <dsp:spPr>
        <a:xfrm>
          <a:off x="1968980" y="1228846"/>
          <a:ext cx="145534" cy="5457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5753"/>
              </a:lnTo>
              <a:lnTo>
                <a:pt x="145534" y="5457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B61052-0D5F-4A05-8A78-50563326B72C}">
      <dsp:nvSpPr>
        <dsp:cNvPr id="0" name=""/>
        <dsp:cNvSpPr/>
      </dsp:nvSpPr>
      <dsp:spPr>
        <a:xfrm>
          <a:off x="2114515" y="1410764"/>
          <a:ext cx="1164274" cy="727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Titillium Web" panose="00000500000000000000" pitchFamily="2" charset="0"/>
            </a:rPr>
            <a:t>Incident Report Acceptance</a:t>
          </a:r>
        </a:p>
      </dsp:txBody>
      <dsp:txXfrm>
        <a:off x="2135828" y="1432077"/>
        <a:ext cx="1121648" cy="685045"/>
      </dsp:txXfrm>
    </dsp:sp>
    <dsp:sp modelId="{04987D66-93A0-45E5-AFEA-4FF5B929969E}">
      <dsp:nvSpPr>
        <dsp:cNvPr id="0" name=""/>
        <dsp:cNvSpPr/>
      </dsp:nvSpPr>
      <dsp:spPr>
        <a:xfrm>
          <a:off x="1968980" y="1228846"/>
          <a:ext cx="145534" cy="1455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5343"/>
              </a:lnTo>
              <a:lnTo>
                <a:pt x="145534" y="145534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93DC9B-1A34-44E6-AB34-AE1DD0DB636F}">
      <dsp:nvSpPr>
        <dsp:cNvPr id="0" name=""/>
        <dsp:cNvSpPr/>
      </dsp:nvSpPr>
      <dsp:spPr>
        <a:xfrm>
          <a:off x="2114515" y="2320353"/>
          <a:ext cx="1164274" cy="727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Titillium Web" panose="00000500000000000000" pitchFamily="2" charset="0"/>
            </a:rPr>
            <a:t>Incident Analysis</a:t>
          </a:r>
        </a:p>
      </dsp:txBody>
      <dsp:txXfrm>
        <a:off x="2135828" y="2341666"/>
        <a:ext cx="1121648" cy="685045"/>
      </dsp:txXfrm>
    </dsp:sp>
    <dsp:sp modelId="{26E3FCAF-782E-4E13-AB48-430E1C9326E5}">
      <dsp:nvSpPr>
        <dsp:cNvPr id="0" name=""/>
        <dsp:cNvSpPr/>
      </dsp:nvSpPr>
      <dsp:spPr>
        <a:xfrm>
          <a:off x="1968980" y="1228846"/>
          <a:ext cx="145534" cy="23649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4932"/>
              </a:lnTo>
              <a:lnTo>
                <a:pt x="145534" y="2364932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19B5D4-0C5F-4047-A624-24D550EEB219}">
      <dsp:nvSpPr>
        <dsp:cNvPr id="0" name=""/>
        <dsp:cNvSpPr/>
      </dsp:nvSpPr>
      <dsp:spPr>
        <a:xfrm>
          <a:off x="2114515" y="3229942"/>
          <a:ext cx="1164274" cy="727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Titillium Web" panose="00000500000000000000" pitchFamily="2" charset="0"/>
            </a:rPr>
            <a:t>Incident Coordination</a:t>
          </a:r>
        </a:p>
      </dsp:txBody>
      <dsp:txXfrm>
        <a:off x="2135828" y="3251255"/>
        <a:ext cx="1121648" cy="685045"/>
      </dsp:txXfrm>
    </dsp:sp>
    <dsp:sp modelId="{E16F2FDF-B1BC-41DB-833A-013C2F37DE3A}">
      <dsp:nvSpPr>
        <dsp:cNvPr id="0" name=""/>
        <dsp:cNvSpPr/>
      </dsp:nvSpPr>
      <dsp:spPr>
        <a:xfrm>
          <a:off x="3642625" y="501174"/>
          <a:ext cx="1455343" cy="727671"/>
        </a:xfrm>
        <a:prstGeom prst="roundRect">
          <a:avLst>
            <a:gd name="adj" fmla="val 10000"/>
          </a:avLst>
        </a:prstGeom>
        <a:solidFill>
          <a:srgbClr val="4E854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tillium Web" panose="00000500000000000000" pitchFamily="2" charset="0"/>
            </a:rPr>
            <a:t>Knowledge Transfer</a:t>
          </a:r>
        </a:p>
      </dsp:txBody>
      <dsp:txXfrm>
        <a:off x="3663938" y="522487"/>
        <a:ext cx="1412717" cy="685045"/>
      </dsp:txXfrm>
    </dsp:sp>
    <dsp:sp modelId="{E3AD7F36-6DAE-4B2C-BB92-5C5A372D7DA9}">
      <dsp:nvSpPr>
        <dsp:cNvPr id="0" name=""/>
        <dsp:cNvSpPr/>
      </dsp:nvSpPr>
      <dsp:spPr>
        <a:xfrm>
          <a:off x="3788159" y="1228846"/>
          <a:ext cx="145534" cy="5457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5753"/>
              </a:lnTo>
              <a:lnTo>
                <a:pt x="145534" y="5457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16DCED-4CA9-437F-B76D-996519EED97B}">
      <dsp:nvSpPr>
        <dsp:cNvPr id="0" name=""/>
        <dsp:cNvSpPr/>
      </dsp:nvSpPr>
      <dsp:spPr>
        <a:xfrm>
          <a:off x="3933694" y="1410764"/>
          <a:ext cx="1164274" cy="727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Titillium Web" panose="00000500000000000000" pitchFamily="2" charset="0"/>
            </a:rPr>
            <a:t>Awareness Building</a:t>
          </a:r>
        </a:p>
      </dsp:txBody>
      <dsp:txXfrm>
        <a:off x="3955007" y="1432077"/>
        <a:ext cx="1121648" cy="685045"/>
      </dsp:txXfrm>
    </dsp:sp>
    <dsp:sp modelId="{91AA50F4-33E0-4B9A-905E-5A4606990A11}">
      <dsp:nvSpPr>
        <dsp:cNvPr id="0" name=""/>
        <dsp:cNvSpPr/>
      </dsp:nvSpPr>
      <dsp:spPr>
        <a:xfrm>
          <a:off x="3788159" y="1228846"/>
          <a:ext cx="145534" cy="1455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5343"/>
              </a:lnTo>
              <a:lnTo>
                <a:pt x="145534" y="145534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4D9F7B-17DF-4409-B9A7-6E3FEC6E9C42}">
      <dsp:nvSpPr>
        <dsp:cNvPr id="0" name=""/>
        <dsp:cNvSpPr/>
      </dsp:nvSpPr>
      <dsp:spPr>
        <a:xfrm>
          <a:off x="3933694" y="2320353"/>
          <a:ext cx="1164274" cy="727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Titillium Web" panose="00000500000000000000" pitchFamily="2" charset="0"/>
            </a:rPr>
            <a:t>Training</a:t>
          </a:r>
        </a:p>
      </dsp:txBody>
      <dsp:txXfrm>
        <a:off x="3955007" y="2341666"/>
        <a:ext cx="1121648" cy="685045"/>
      </dsp:txXfrm>
    </dsp:sp>
    <dsp:sp modelId="{9A163CA4-81CE-44AA-B6EA-A7357D5ABDDC}">
      <dsp:nvSpPr>
        <dsp:cNvPr id="0" name=""/>
        <dsp:cNvSpPr/>
      </dsp:nvSpPr>
      <dsp:spPr>
        <a:xfrm>
          <a:off x="5461804" y="501174"/>
          <a:ext cx="1455343" cy="727671"/>
        </a:xfrm>
        <a:prstGeom prst="roundRect">
          <a:avLst>
            <a:gd name="adj" fmla="val 10000"/>
          </a:avLst>
        </a:prstGeom>
        <a:solidFill>
          <a:srgbClr val="604878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tillium Web" panose="00000500000000000000" pitchFamily="2" charset="0"/>
            </a:rPr>
            <a:t>Situation Awareness</a:t>
          </a:r>
        </a:p>
      </dsp:txBody>
      <dsp:txXfrm>
        <a:off x="5483117" y="522487"/>
        <a:ext cx="1412717" cy="685045"/>
      </dsp:txXfrm>
    </dsp:sp>
    <dsp:sp modelId="{BED1245F-0680-4325-A918-7D4D63BC2A82}">
      <dsp:nvSpPr>
        <dsp:cNvPr id="0" name=""/>
        <dsp:cNvSpPr/>
      </dsp:nvSpPr>
      <dsp:spPr>
        <a:xfrm>
          <a:off x="5607338" y="1228846"/>
          <a:ext cx="145534" cy="5457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5753"/>
              </a:lnTo>
              <a:lnTo>
                <a:pt x="145534" y="5457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3480AA-5AC3-4BFC-AA19-B067A923B9FA}">
      <dsp:nvSpPr>
        <dsp:cNvPr id="0" name=""/>
        <dsp:cNvSpPr/>
      </dsp:nvSpPr>
      <dsp:spPr>
        <a:xfrm>
          <a:off x="5752872" y="1410764"/>
          <a:ext cx="1164274" cy="727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Titillium Web" panose="00000500000000000000" pitchFamily="2" charset="0"/>
            </a:rPr>
            <a:t>Data Acquisitions</a:t>
          </a:r>
        </a:p>
      </dsp:txBody>
      <dsp:txXfrm>
        <a:off x="5774185" y="1432077"/>
        <a:ext cx="1121648" cy="685045"/>
      </dsp:txXfrm>
    </dsp:sp>
    <dsp:sp modelId="{9FA92B09-5C23-472E-B161-96A546200779}">
      <dsp:nvSpPr>
        <dsp:cNvPr id="0" name=""/>
        <dsp:cNvSpPr/>
      </dsp:nvSpPr>
      <dsp:spPr>
        <a:xfrm>
          <a:off x="5607338" y="1228846"/>
          <a:ext cx="145534" cy="1455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5343"/>
              </a:lnTo>
              <a:lnTo>
                <a:pt x="145534" y="145534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8E963D-C879-4E89-AC39-21B18FEC80DC}">
      <dsp:nvSpPr>
        <dsp:cNvPr id="0" name=""/>
        <dsp:cNvSpPr/>
      </dsp:nvSpPr>
      <dsp:spPr>
        <a:xfrm>
          <a:off x="5752872" y="2320353"/>
          <a:ext cx="1164274" cy="727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Titillium Web" panose="00000500000000000000" pitchFamily="2" charset="0"/>
            </a:rPr>
            <a:t>Communication</a:t>
          </a:r>
        </a:p>
      </dsp:txBody>
      <dsp:txXfrm>
        <a:off x="5774185" y="2341666"/>
        <a:ext cx="1121648" cy="685045"/>
      </dsp:txXfrm>
    </dsp:sp>
    <dsp:sp modelId="{EDB8E7FB-B8E6-4868-932A-022861E42C38}">
      <dsp:nvSpPr>
        <dsp:cNvPr id="0" name=""/>
        <dsp:cNvSpPr/>
      </dsp:nvSpPr>
      <dsp:spPr>
        <a:xfrm>
          <a:off x="7280983" y="501174"/>
          <a:ext cx="1455343" cy="727671"/>
        </a:xfrm>
        <a:prstGeom prst="roundRect">
          <a:avLst>
            <a:gd name="adj" fmla="val 10000"/>
          </a:avLst>
        </a:prstGeom>
        <a:solidFill>
          <a:srgbClr val="C19859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tillium Web" panose="00000500000000000000" pitchFamily="2" charset="0"/>
            </a:rPr>
            <a:t>Vulnerability Management</a:t>
          </a:r>
        </a:p>
      </dsp:txBody>
      <dsp:txXfrm>
        <a:off x="7302296" y="522487"/>
        <a:ext cx="1412717" cy="685045"/>
      </dsp:txXfrm>
    </dsp:sp>
    <dsp:sp modelId="{A98EE67E-E23F-4549-9CBD-F2D36A109A78}">
      <dsp:nvSpPr>
        <dsp:cNvPr id="0" name=""/>
        <dsp:cNvSpPr/>
      </dsp:nvSpPr>
      <dsp:spPr>
        <a:xfrm>
          <a:off x="7426517" y="1228846"/>
          <a:ext cx="145534" cy="5457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5753"/>
              </a:lnTo>
              <a:lnTo>
                <a:pt x="145534" y="54575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D93011-350A-4CD3-8E18-EA584D5228AB}">
      <dsp:nvSpPr>
        <dsp:cNvPr id="0" name=""/>
        <dsp:cNvSpPr/>
      </dsp:nvSpPr>
      <dsp:spPr>
        <a:xfrm>
          <a:off x="7572051" y="1410764"/>
          <a:ext cx="1164274" cy="727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Titillium Web" panose="00000500000000000000" pitchFamily="2" charset="0"/>
            </a:rPr>
            <a:t>Vuln Research</a:t>
          </a:r>
        </a:p>
      </dsp:txBody>
      <dsp:txXfrm>
        <a:off x="7593364" y="1432077"/>
        <a:ext cx="1121648" cy="685045"/>
      </dsp:txXfrm>
    </dsp:sp>
    <dsp:sp modelId="{DDD8A8C2-18BE-488B-B13B-24826C8A8B15}">
      <dsp:nvSpPr>
        <dsp:cNvPr id="0" name=""/>
        <dsp:cNvSpPr/>
      </dsp:nvSpPr>
      <dsp:spPr>
        <a:xfrm>
          <a:off x="7426517" y="1228846"/>
          <a:ext cx="145534" cy="1455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5343"/>
              </a:lnTo>
              <a:lnTo>
                <a:pt x="145534" y="1455343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4C8C5C-1785-4507-893E-44838DCB8B74}">
      <dsp:nvSpPr>
        <dsp:cNvPr id="0" name=""/>
        <dsp:cNvSpPr/>
      </dsp:nvSpPr>
      <dsp:spPr>
        <a:xfrm>
          <a:off x="7572051" y="2320353"/>
          <a:ext cx="1164274" cy="727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Titillium Web" panose="00000500000000000000" pitchFamily="2" charset="0"/>
            </a:rPr>
            <a:t>Vuln Analysis</a:t>
          </a:r>
        </a:p>
      </dsp:txBody>
      <dsp:txXfrm>
        <a:off x="7593364" y="2341666"/>
        <a:ext cx="1121648" cy="685045"/>
      </dsp:txXfrm>
    </dsp:sp>
    <dsp:sp modelId="{29452A11-48EB-4B49-B37C-E47685A3AB6C}">
      <dsp:nvSpPr>
        <dsp:cNvPr id="0" name=""/>
        <dsp:cNvSpPr/>
      </dsp:nvSpPr>
      <dsp:spPr>
        <a:xfrm>
          <a:off x="7426517" y="1228846"/>
          <a:ext cx="145534" cy="23649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4932"/>
              </a:lnTo>
              <a:lnTo>
                <a:pt x="145534" y="2364932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F90688-D5C0-4E73-AA1F-E2AB8D276947}">
      <dsp:nvSpPr>
        <dsp:cNvPr id="0" name=""/>
        <dsp:cNvSpPr/>
      </dsp:nvSpPr>
      <dsp:spPr>
        <a:xfrm>
          <a:off x="7572051" y="3229942"/>
          <a:ext cx="1164274" cy="727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Titillium Web" panose="00000500000000000000" pitchFamily="2" charset="0"/>
            </a:rPr>
            <a:t>Vuln Response</a:t>
          </a:r>
        </a:p>
      </dsp:txBody>
      <dsp:txXfrm>
        <a:off x="7593364" y="3251255"/>
        <a:ext cx="1121648" cy="6850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E1CA1-38AF-426D-B3D5-6674AE3ED48F}">
      <dsp:nvSpPr>
        <dsp:cNvPr id="0" name=""/>
        <dsp:cNvSpPr/>
      </dsp:nvSpPr>
      <dsp:spPr>
        <a:xfrm>
          <a:off x="1152999" y="37277"/>
          <a:ext cx="1789342" cy="1789342"/>
        </a:xfrm>
        <a:prstGeom prst="ellipse">
          <a:avLst/>
        </a:prstGeom>
        <a:solidFill>
          <a:schemeClr val="tx1">
            <a:lumMod val="75000"/>
            <a:lumOff val="25000"/>
            <a:alpha val="5000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tillium Web" panose="00000500000000000000" pitchFamily="2" charset="0"/>
            </a:rPr>
            <a:t>People</a:t>
          </a:r>
        </a:p>
      </dsp:txBody>
      <dsp:txXfrm>
        <a:off x="1391578" y="350412"/>
        <a:ext cx="1312184" cy="805203"/>
      </dsp:txXfrm>
    </dsp:sp>
    <dsp:sp modelId="{25091D3C-0041-4493-899E-32068E963C15}">
      <dsp:nvSpPr>
        <dsp:cNvPr id="0" name=""/>
        <dsp:cNvSpPr/>
      </dsp:nvSpPr>
      <dsp:spPr>
        <a:xfrm>
          <a:off x="1798653" y="1155616"/>
          <a:ext cx="1789342" cy="1789342"/>
        </a:xfrm>
        <a:prstGeom prst="ellipse">
          <a:avLst/>
        </a:prstGeom>
        <a:solidFill>
          <a:srgbClr val="00B0F0">
            <a:alpha val="50000"/>
          </a:srgb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tillium Web" panose="00000500000000000000" pitchFamily="2" charset="0"/>
            </a:rPr>
            <a:t>Process</a:t>
          </a:r>
        </a:p>
      </dsp:txBody>
      <dsp:txXfrm>
        <a:off x="2345894" y="1617863"/>
        <a:ext cx="1073605" cy="984138"/>
      </dsp:txXfrm>
    </dsp:sp>
    <dsp:sp modelId="{2A372F9F-8094-4A34-B830-1D0A094AA17A}">
      <dsp:nvSpPr>
        <dsp:cNvPr id="0" name=""/>
        <dsp:cNvSpPr/>
      </dsp:nvSpPr>
      <dsp:spPr>
        <a:xfrm>
          <a:off x="507345" y="1155616"/>
          <a:ext cx="1789342" cy="1789342"/>
        </a:xfrm>
        <a:prstGeom prst="ellipse">
          <a:avLst/>
        </a:prstGeom>
        <a:solidFill>
          <a:srgbClr val="92D050">
            <a:alpha val="50000"/>
          </a:srgb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tillium Web" panose="00000500000000000000" pitchFamily="2" charset="0"/>
            </a:rPr>
            <a:t>Technology</a:t>
          </a:r>
        </a:p>
      </dsp:txBody>
      <dsp:txXfrm>
        <a:off x="675841" y="1617863"/>
        <a:ext cx="1073605" cy="9841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343427-B6C0-4488-B676-76F0F7155317}">
      <dsp:nvSpPr>
        <dsp:cNvPr id="0" name=""/>
        <dsp:cNvSpPr/>
      </dsp:nvSpPr>
      <dsp:spPr>
        <a:xfrm>
          <a:off x="601843" y="465236"/>
          <a:ext cx="3106797" cy="3106797"/>
        </a:xfrm>
        <a:prstGeom prst="blockArc">
          <a:avLst>
            <a:gd name="adj1" fmla="val 9000000"/>
            <a:gd name="adj2" fmla="val 16200000"/>
            <a:gd name="adj3" fmla="val 4644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17791-9E65-4086-A1B8-5F6C193A79FC}">
      <dsp:nvSpPr>
        <dsp:cNvPr id="0" name=""/>
        <dsp:cNvSpPr/>
      </dsp:nvSpPr>
      <dsp:spPr>
        <a:xfrm>
          <a:off x="601843" y="465236"/>
          <a:ext cx="3106797" cy="3106797"/>
        </a:xfrm>
        <a:prstGeom prst="blockArc">
          <a:avLst>
            <a:gd name="adj1" fmla="val 1800000"/>
            <a:gd name="adj2" fmla="val 9000000"/>
            <a:gd name="adj3" fmla="val 4644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663FD-602E-4811-9830-99476ACA1E78}">
      <dsp:nvSpPr>
        <dsp:cNvPr id="0" name=""/>
        <dsp:cNvSpPr/>
      </dsp:nvSpPr>
      <dsp:spPr>
        <a:xfrm>
          <a:off x="601843" y="465236"/>
          <a:ext cx="3106797" cy="3106797"/>
        </a:xfrm>
        <a:prstGeom prst="blockArc">
          <a:avLst>
            <a:gd name="adj1" fmla="val 16200000"/>
            <a:gd name="adj2" fmla="val 1800000"/>
            <a:gd name="adj3" fmla="val 4644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7DAE4-48A7-455E-A01A-E07ABC07DBEC}">
      <dsp:nvSpPr>
        <dsp:cNvPr id="0" name=""/>
        <dsp:cNvSpPr/>
      </dsp:nvSpPr>
      <dsp:spPr>
        <a:xfrm>
          <a:off x="1439634" y="1303027"/>
          <a:ext cx="1431215" cy="14312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tillium Web" panose="00000500000000000000" pitchFamily="2" charset="0"/>
            </a:rPr>
            <a:t>SOC</a:t>
          </a:r>
          <a:br>
            <a:rPr lang="en-US" sz="1900" kern="1200" dirty="0">
              <a:latin typeface="Titillium Web" panose="00000500000000000000" pitchFamily="2" charset="0"/>
            </a:rPr>
          </a:br>
          <a:r>
            <a:rPr lang="en-US" sz="1100" kern="1200" dirty="0">
              <a:latin typeface="Titillium Web" panose="00000500000000000000" pitchFamily="2" charset="0"/>
            </a:rPr>
            <a:t>Core Functions</a:t>
          </a:r>
          <a:endParaRPr lang="en-US" sz="1900" kern="1200" dirty="0">
            <a:latin typeface="Titillium Web" panose="00000500000000000000" pitchFamily="2" charset="0"/>
          </a:endParaRPr>
        </a:p>
      </dsp:txBody>
      <dsp:txXfrm>
        <a:off x="1649231" y="1512624"/>
        <a:ext cx="1012021" cy="1012021"/>
      </dsp:txXfrm>
    </dsp:sp>
    <dsp:sp modelId="{B916330B-468F-4A8B-920A-C73CD96FA2C0}">
      <dsp:nvSpPr>
        <dsp:cNvPr id="0" name=""/>
        <dsp:cNvSpPr/>
      </dsp:nvSpPr>
      <dsp:spPr>
        <a:xfrm>
          <a:off x="1654316" y="377"/>
          <a:ext cx="1001850" cy="10018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tillium Web" panose="00000500000000000000" pitchFamily="2" charset="0"/>
            </a:rPr>
            <a:t>Protect</a:t>
          </a:r>
        </a:p>
      </dsp:txBody>
      <dsp:txXfrm>
        <a:off x="1801034" y="147095"/>
        <a:ext cx="708414" cy="708414"/>
      </dsp:txXfrm>
    </dsp:sp>
    <dsp:sp modelId="{8A95CC05-9B64-4865-B9F2-78A960AE7AF8}">
      <dsp:nvSpPr>
        <dsp:cNvPr id="0" name=""/>
        <dsp:cNvSpPr/>
      </dsp:nvSpPr>
      <dsp:spPr>
        <a:xfrm>
          <a:off x="2968364" y="2276376"/>
          <a:ext cx="1001850" cy="10018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tillium Web" panose="00000500000000000000" pitchFamily="2" charset="0"/>
            </a:rPr>
            <a:t>Detect</a:t>
          </a:r>
        </a:p>
      </dsp:txBody>
      <dsp:txXfrm>
        <a:off x="3115082" y="2423094"/>
        <a:ext cx="708414" cy="708414"/>
      </dsp:txXfrm>
    </dsp:sp>
    <dsp:sp modelId="{96E5CDB3-6AE2-4432-B1DB-BE0F4D578817}">
      <dsp:nvSpPr>
        <dsp:cNvPr id="0" name=""/>
        <dsp:cNvSpPr/>
      </dsp:nvSpPr>
      <dsp:spPr>
        <a:xfrm>
          <a:off x="340268" y="2276376"/>
          <a:ext cx="1001850" cy="10018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tillium Web" panose="00000500000000000000" pitchFamily="2" charset="0"/>
            </a:rPr>
            <a:t>Respond</a:t>
          </a:r>
        </a:p>
      </dsp:txBody>
      <dsp:txXfrm>
        <a:off x="486986" y="2423094"/>
        <a:ext cx="708414" cy="7084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52F27-E15E-4755-BE0C-13FCCBC31FF3}" type="datetimeFigureOut">
              <a:rPr lang="en-US" smtClean="0"/>
              <a:t>14/Nov/20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2AB6F-ABDA-43FE-9146-EE9B7642C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A47CECBE-9097-472A-AF03-6A22B979257E}" type="datetime1">
              <a:rPr lang="en-US" smtClean="0"/>
              <a:t>14/Nov/20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2093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8F42B4C4-B18C-4DCF-AE4A-CC230B3B63D1}" type="datetime1">
              <a:rPr lang="en-US" smtClean="0"/>
              <a:t>14/Nov/20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7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8C9DF959-9F46-4734-949A-88361B9B5A78}" type="datetime1">
              <a:rPr lang="en-US" smtClean="0"/>
              <a:t>14/Nov/20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216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1D32FEC5-46BA-41BE-B452-3FBC59CAABAC}" type="datetime1">
              <a:rPr lang="en-US" smtClean="0"/>
              <a:t>14/Nov/20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07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CF2A0C3B-BA81-4B61-90C5-1A52675D3B7E}" type="datetime1">
              <a:rPr lang="en-US" smtClean="0"/>
              <a:t>14/Nov/20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7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8BCAAB53-8E10-4EC2-A716-DB7A33E08F8A}" type="datetime1">
              <a:rPr lang="en-US" smtClean="0"/>
              <a:t>14/Nov/20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8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B6896A27-AD1D-40A0-A5A5-6B17A1F36FD5}" type="datetime1">
              <a:rPr lang="en-US" smtClean="0"/>
              <a:t>14/Nov/20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87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331D7DA1-B57E-4CBD-A301-2D5AE9A280A5}" type="datetime1">
              <a:rPr lang="en-US" smtClean="0"/>
              <a:t>14/Nov/20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340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088E4F88-B9A2-47FC-B4F9-C10FFA45CA99}" type="datetime1">
              <a:rPr lang="en-US" smtClean="0"/>
              <a:t>14/Nov/20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39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F82D90BC-2FBC-452A-B872-6C3344B474F7}" type="datetime1">
              <a:rPr lang="en-US" smtClean="0"/>
              <a:t>14/Nov/20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9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1AA4EF71-5FD7-4688-8E95-2A4ADD6CBAE3}" type="datetime1">
              <a:rPr lang="en-US" smtClean="0"/>
              <a:t>14/Nov/20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9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73562C3-D612-4CA0-9098-04185702EAA6}" type="datetime1">
              <a:rPr lang="en-US" smtClean="0"/>
              <a:t>14/Nov/20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877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46084-5F3A-40A1-A7AC-24ADC759A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4778" y="776236"/>
            <a:ext cx="6398203" cy="2138400"/>
          </a:xfrm>
        </p:spPr>
        <p:txBody>
          <a:bodyPr>
            <a:normAutofit/>
          </a:bodyPr>
          <a:lstStyle/>
          <a:p>
            <a:r>
              <a:rPr lang="en-US" dirty="0"/>
              <a:t>Building An Open-Source SOC Platform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0D45F678-CECF-4E00-A5F4-74EB8DB02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43748" y="446254"/>
            <a:ext cx="3330000" cy="5760000"/>
          </a:xfrm>
          <a:custGeom>
            <a:avLst/>
            <a:gdLst>
              <a:gd name="connsiteX0" fmla="*/ 0 w 6660000"/>
              <a:gd name="connsiteY0" fmla="*/ 0 h 5760000"/>
              <a:gd name="connsiteX1" fmla="*/ 6660000 w 6660000"/>
              <a:gd name="connsiteY1" fmla="*/ 0 h 5760000"/>
              <a:gd name="connsiteX2" fmla="*/ 6660000 w 6660000"/>
              <a:gd name="connsiteY2" fmla="*/ 5760000 h 5760000"/>
              <a:gd name="connsiteX3" fmla="*/ 0 w 6660000"/>
              <a:gd name="connsiteY3" fmla="*/ 5760000 h 5760000"/>
              <a:gd name="connsiteX4" fmla="*/ 0 w 6660000"/>
              <a:gd name="connsiteY4" fmla="*/ 0 h 5760000"/>
              <a:gd name="connsiteX0" fmla="*/ 6660000 w 6751440"/>
              <a:gd name="connsiteY0" fmla="*/ 0 h 5760000"/>
              <a:gd name="connsiteX1" fmla="*/ 6660000 w 6751440"/>
              <a:gd name="connsiteY1" fmla="*/ 5760000 h 5760000"/>
              <a:gd name="connsiteX2" fmla="*/ 0 w 6751440"/>
              <a:gd name="connsiteY2" fmla="*/ 5760000 h 5760000"/>
              <a:gd name="connsiteX3" fmla="*/ 0 w 6751440"/>
              <a:gd name="connsiteY3" fmla="*/ 0 h 5760000"/>
              <a:gd name="connsiteX4" fmla="*/ 6751440 w 6751440"/>
              <a:gd name="connsiteY4" fmla="*/ 91440 h 5760000"/>
              <a:gd name="connsiteX0" fmla="*/ 6660000 w 6660000"/>
              <a:gd name="connsiteY0" fmla="*/ 0 h 5760000"/>
              <a:gd name="connsiteX1" fmla="*/ 6660000 w 6660000"/>
              <a:gd name="connsiteY1" fmla="*/ 5760000 h 5760000"/>
              <a:gd name="connsiteX2" fmla="*/ 0 w 6660000"/>
              <a:gd name="connsiteY2" fmla="*/ 5760000 h 5760000"/>
              <a:gd name="connsiteX3" fmla="*/ 0 w 6660000"/>
              <a:gd name="connsiteY3" fmla="*/ 0 h 5760000"/>
              <a:gd name="connsiteX4" fmla="*/ 5068690 w 6660000"/>
              <a:gd name="connsiteY4" fmla="*/ 224790 h 5760000"/>
              <a:gd name="connsiteX0" fmla="*/ 6660000 w 6660000"/>
              <a:gd name="connsiteY0" fmla="*/ 0 h 5760000"/>
              <a:gd name="connsiteX1" fmla="*/ 6660000 w 6660000"/>
              <a:gd name="connsiteY1" fmla="*/ 5760000 h 5760000"/>
              <a:gd name="connsiteX2" fmla="*/ 0 w 6660000"/>
              <a:gd name="connsiteY2" fmla="*/ 5760000 h 5760000"/>
              <a:gd name="connsiteX3" fmla="*/ 0 w 6660000"/>
              <a:gd name="connsiteY3" fmla="*/ 0 h 5760000"/>
              <a:gd name="connsiteX0" fmla="*/ 6660000 w 6660000"/>
              <a:gd name="connsiteY0" fmla="*/ 5760000 h 5760000"/>
              <a:gd name="connsiteX1" fmla="*/ 0 w 6660000"/>
              <a:gd name="connsiteY1" fmla="*/ 5760000 h 5760000"/>
              <a:gd name="connsiteX2" fmla="*/ 0 w 6660000"/>
              <a:gd name="connsiteY2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60000" h="5760000">
                <a:moveTo>
                  <a:pt x="6660000" y="5760000"/>
                </a:moveTo>
                <a:lnTo>
                  <a:pt x="0" y="576000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DA3F4-7B4C-4259-B136-9BA7F4879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0" r="6110"/>
          <a:stretch/>
        </p:blipFill>
        <p:spPr>
          <a:xfrm>
            <a:off x="540989" y="540000"/>
            <a:ext cx="3330000" cy="57780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F5BFDFAF-D020-4FEA-8A98-D92529248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443748" y="6206254"/>
            <a:ext cx="3330000" cy="0"/>
          </a:xfrm>
          <a:custGeom>
            <a:avLst/>
            <a:gdLst>
              <a:gd name="connsiteX0" fmla="*/ 0 w 6660000"/>
              <a:gd name="connsiteY0" fmla="*/ 0 h 5760000"/>
              <a:gd name="connsiteX1" fmla="*/ 6660000 w 6660000"/>
              <a:gd name="connsiteY1" fmla="*/ 0 h 5760000"/>
              <a:gd name="connsiteX2" fmla="*/ 6660000 w 6660000"/>
              <a:gd name="connsiteY2" fmla="*/ 5760000 h 5760000"/>
              <a:gd name="connsiteX3" fmla="*/ 0 w 6660000"/>
              <a:gd name="connsiteY3" fmla="*/ 5760000 h 5760000"/>
              <a:gd name="connsiteX4" fmla="*/ 0 w 6660000"/>
              <a:gd name="connsiteY4" fmla="*/ 0 h 5760000"/>
              <a:gd name="connsiteX0" fmla="*/ 6660000 w 6751440"/>
              <a:gd name="connsiteY0" fmla="*/ 0 h 5760000"/>
              <a:gd name="connsiteX1" fmla="*/ 6660000 w 6751440"/>
              <a:gd name="connsiteY1" fmla="*/ 5760000 h 5760000"/>
              <a:gd name="connsiteX2" fmla="*/ 0 w 6751440"/>
              <a:gd name="connsiteY2" fmla="*/ 5760000 h 5760000"/>
              <a:gd name="connsiteX3" fmla="*/ 0 w 6751440"/>
              <a:gd name="connsiteY3" fmla="*/ 0 h 5760000"/>
              <a:gd name="connsiteX4" fmla="*/ 6751440 w 6751440"/>
              <a:gd name="connsiteY4" fmla="*/ 91440 h 5760000"/>
              <a:gd name="connsiteX0" fmla="*/ 6660000 w 6660000"/>
              <a:gd name="connsiteY0" fmla="*/ 0 h 5760000"/>
              <a:gd name="connsiteX1" fmla="*/ 6660000 w 6660000"/>
              <a:gd name="connsiteY1" fmla="*/ 5760000 h 5760000"/>
              <a:gd name="connsiteX2" fmla="*/ 0 w 6660000"/>
              <a:gd name="connsiteY2" fmla="*/ 5760000 h 5760000"/>
              <a:gd name="connsiteX3" fmla="*/ 0 w 6660000"/>
              <a:gd name="connsiteY3" fmla="*/ 0 h 5760000"/>
              <a:gd name="connsiteX4" fmla="*/ 5068690 w 6660000"/>
              <a:gd name="connsiteY4" fmla="*/ 224790 h 5760000"/>
              <a:gd name="connsiteX0" fmla="*/ 6660000 w 6660000"/>
              <a:gd name="connsiteY0" fmla="*/ 0 h 5760000"/>
              <a:gd name="connsiteX1" fmla="*/ 6660000 w 6660000"/>
              <a:gd name="connsiteY1" fmla="*/ 5760000 h 5760000"/>
              <a:gd name="connsiteX2" fmla="*/ 0 w 6660000"/>
              <a:gd name="connsiteY2" fmla="*/ 5760000 h 5760000"/>
              <a:gd name="connsiteX3" fmla="*/ 0 w 6660000"/>
              <a:gd name="connsiteY3" fmla="*/ 0 h 5760000"/>
              <a:gd name="connsiteX0" fmla="*/ 6660000 w 6660000"/>
              <a:gd name="connsiteY0" fmla="*/ 5760000 h 5760000"/>
              <a:gd name="connsiteX1" fmla="*/ 0 w 6660000"/>
              <a:gd name="connsiteY1" fmla="*/ 5760000 h 5760000"/>
              <a:gd name="connsiteX2" fmla="*/ 0 w 6660000"/>
              <a:gd name="connsiteY2" fmla="*/ 0 h 5760000"/>
              <a:gd name="connsiteX0" fmla="*/ 6660000 w 6660000"/>
              <a:gd name="connsiteY0" fmla="*/ 0 h 0"/>
              <a:gd name="connsiteX1" fmla="*/ 0 w 6660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660000">
                <a:moveTo>
                  <a:pt x="6660000" y="0"/>
                </a:moveTo>
                <a:lnTo>
                  <a:pt x="0" y="0"/>
                </a:lnTo>
              </a:path>
            </a:pathLst>
          </a:custGeom>
          <a:solidFill>
            <a:schemeClr val="tx2">
              <a:alpha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4FA5AAFE-8468-4F08-9FC0-9BA6A34A4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3773748" y="446254"/>
            <a:ext cx="0" cy="5760000"/>
          </a:xfrm>
          <a:custGeom>
            <a:avLst/>
            <a:gdLst>
              <a:gd name="connsiteX0" fmla="*/ 0 w 6660000"/>
              <a:gd name="connsiteY0" fmla="*/ 0 h 5760000"/>
              <a:gd name="connsiteX1" fmla="*/ 6660000 w 6660000"/>
              <a:gd name="connsiteY1" fmla="*/ 0 h 5760000"/>
              <a:gd name="connsiteX2" fmla="*/ 6660000 w 6660000"/>
              <a:gd name="connsiteY2" fmla="*/ 5760000 h 5760000"/>
              <a:gd name="connsiteX3" fmla="*/ 0 w 6660000"/>
              <a:gd name="connsiteY3" fmla="*/ 5760000 h 5760000"/>
              <a:gd name="connsiteX4" fmla="*/ 0 w 6660000"/>
              <a:gd name="connsiteY4" fmla="*/ 0 h 5760000"/>
              <a:gd name="connsiteX0" fmla="*/ 6660000 w 6751440"/>
              <a:gd name="connsiteY0" fmla="*/ 0 h 5760000"/>
              <a:gd name="connsiteX1" fmla="*/ 6660000 w 6751440"/>
              <a:gd name="connsiteY1" fmla="*/ 5760000 h 5760000"/>
              <a:gd name="connsiteX2" fmla="*/ 0 w 6751440"/>
              <a:gd name="connsiteY2" fmla="*/ 5760000 h 5760000"/>
              <a:gd name="connsiteX3" fmla="*/ 0 w 6751440"/>
              <a:gd name="connsiteY3" fmla="*/ 0 h 5760000"/>
              <a:gd name="connsiteX4" fmla="*/ 6751440 w 6751440"/>
              <a:gd name="connsiteY4" fmla="*/ 91440 h 5760000"/>
              <a:gd name="connsiteX0" fmla="*/ 6660000 w 6660000"/>
              <a:gd name="connsiteY0" fmla="*/ 0 h 5760000"/>
              <a:gd name="connsiteX1" fmla="*/ 6660000 w 6660000"/>
              <a:gd name="connsiteY1" fmla="*/ 5760000 h 5760000"/>
              <a:gd name="connsiteX2" fmla="*/ 0 w 6660000"/>
              <a:gd name="connsiteY2" fmla="*/ 5760000 h 5760000"/>
              <a:gd name="connsiteX3" fmla="*/ 0 w 6660000"/>
              <a:gd name="connsiteY3" fmla="*/ 0 h 5760000"/>
              <a:gd name="connsiteX4" fmla="*/ 5068690 w 6660000"/>
              <a:gd name="connsiteY4" fmla="*/ 224790 h 5760000"/>
              <a:gd name="connsiteX0" fmla="*/ 6660000 w 6660000"/>
              <a:gd name="connsiteY0" fmla="*/ 0 h 5760000"/>
              <a:gd name="connsiteX1" fmla="*/ 6660000 w 6660000"/>
              <a:gd name="connsiteY1" fmla="*/ 5760000 h 5760000"/>
              <a:gd name="connsiteX2" fmla="*/ 0 w 6660000"/>
              <a:gd name="connsiteY2" fmla="*/ 5760000 h 5760000"/>
              <a:gd name="connsiteX3" fmla="*/ 0 w 6660000"/>
              <a:gd name="connsiteY3" fmla="*/ 0 h 5760000"/>
              <a:gd name="connsiteX0" fmla="*/ 6660000 w 6660000"/>
              <a:gd name="connsiteY0" fmla="*/ 5760000 h 5760000"/>
              <a:gd name="connsiteX1" fmla="*/ 0 w 6660000"/>
              <a:gd name="connsiteY1" fmla="*/ 5760000 h 5760000"/>
              <a:gd name="connsiteX2" fmla="*/ 0 w 6660000"/>
              <a:gd name="connsiteY2" fmla="*/ 0 h 5760000"/>
              <a:gd name="connsiteX0" fmla="*/ 0 w 0"/>
              <a:gd name="connsiteY0" fmla="*/ 5760000 h 5760000"/>
              <a:gd name="connsiteX1" fmla="*/ 0 w 0"/>
              <a:gd name="connsiteY1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5760000">
                <a:moveTo>
                  <a:pt x="0" y="5760000"/>
                </a:moveTo>
                <a:lnTo>
                  <a:pt x="0" y="0"/>
                </a:lnTo>
              </a:path>
            </a:pathLst>
          </a:custGeom>
          <a:solidFill>
            <a:schemeClr val="tx2">
              <a:alpha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313CDB-779B-44D3-8E39-5DBD16748CF6}"/>
              </a:ext>
            </a:extLst>
          </p:cNvPr>
          <p:cNvSpPr txBox="1"/>
          <p:nvPr/>
        </p:nvSpPr>
        <p:spPr>
          <a:xfrm>
            <a:off x="6932427" y="4771557"/>
            <a:ext cx="3117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tillium Web" panose="00000500000000000000" pitchFamily="2" charset="0"/>
              </a:rPr>
              <a:t>Aung Myint Myat</a:t>
            </a:r>
            <a:br>
              <a:rPr lang="en-US" sz="1400" dirty="0">
                <a:latin typeface="Titillium Web" panose="00000500000000000000" pitchFamily="2" charset="0"/>
              </a:rPr>
            </a:br>
            <a:r>
              <a:rPr lang="en-US" sz="1400" dirty="0">
                <a:latin typeface="Titillium Web" panose="00000500000000000000" pitchFamily="2" charset="0"/>
              </a:rPr>
              <a:t>Assoc. Security Engineer @ Kernellix</a:t>
            </a:r>
          </a:p>
        </p:txBody>
      </p:sp>
    </p:spTree>
    <p:extLst>
      <p:ext uri="{BB962C8B-B14F-4D97-AF65-F5344CB8AC3E}">
        <p14:creationId xmlns:p14="http://schemas.microsoft.com/office/powerpoint/2010/main" val="413321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A9B17-5D70-4476-84A4-7D4C59BF6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761206"/>
            <a:ext cx="10026650" cy="655637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6A5A3-42EC-4CD5-9901-49851BAAA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SOC Business Value</a:t>
            </a:r>
          </a:p>
          <a:p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Mission Statements</a:t>
            </a:r>
          </a:p>
          <a:p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Components of SOC</a:t>
            </a:r>
          </a:p>
          <a:p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Integration</a:t>
            </a:r>
          </a:p>
          <a:p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1C6F1-4626-4530-93DF-942E29F38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86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A7A8-9943-4909-B32C-C4CBCD7B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62000"/>
            <a:ext cx="10026650" cy="655637"/>
          </a:xfrm>
        </p:spPr>
        <p:txBody>
          <a:bodyPr/>
          <a:lstStyle/>
          <a:p>
            <a:r>
              <a:rPr lang="en-US" cap="none" dirty="0"/>
              <a:t>SOC Business Value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0AB35D-D7F5-4A90-97ED-EF43EC127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790700"/>
            <a:ext cx="10026650" cy="3978275"/>
          </a:xfrm>
        </p:spPr>
        <p:txBody>
          <a:bodyPr lIns="182880" rIns="182880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Titillium Web" panose="00000500000000000000" pitchFamily="2" charset="0"/>
              </a:rPr>
              <a:t>Core Mission Statements (generally accepted):</a:t>
            </a:r>
          </a:p>
          <a:p>
            <a:pPr marL="457200" indent="-457200">
              <a:buClr>
                <a:srgbClr val="FFFFFF"/>
              </a:buClr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Prevent cyber incident proactively</a:t>
            </a:r>
          </a:p>
          <a:p>
            <a:pPr marL="457200" indent="-457200">
              <a:buClr>
                <a:srgbClr val="FFFFFF"/>
              </a:buClr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Monitor, detect and analyze potential cyber incidents</a:t>
            </a:r>
          </a:p>
          <a:p>
            <a:pPr marL="457200" indent="-457200">
              <a:buClr>
                <a:srgbClr val="FFFFFF"/>
              </a:buClr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Timely response to the incidents</a:t>
            </a:r>
          </a:p>
          <a:p>
            <a:pPr marL="457200" indent="-457200">
              <a:buClr>
                <a:srgbClr val="FFFFFF"/>
              </a:buClr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Situation Awareness</a:t>
            </a:r>
          </a:p>
          <a:p>
            <a:pPr marL="457200" indent="-457200">
              <a:buClr>
                <a:srgbClr val="FFFFFF"/>
              </a:buClr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Engineering and operating defense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8C50B1-27DA-4F71-9B23-CA226BA3E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97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8922-ABE7-4C66-B969-3F21F64D5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5" y="762000"/>
            <a:ext cx="10026650" cy="655637"/>
          </a:xfrm>
        </p:spPr>
        <p:txBody>
          <a:bodyPr/>
          <a:lstStyle/>
          <a:p>
            <a:r>
              <a:rPr lang="en-US" cap="none" dirty="0"/>
              <a:t>Mission Statements, Service Area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C1255293-9F1A-4375-9EB6-5B7AF4E983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0057955"/>
              </p:ext>
            </p:extLst>
          </p:nvPr>
        </p:nvGraphicFramePr>
        <p:xfrm>
          <a:off x="1526812" y="1698171"/>
          <a:ext cx="8740594" cy="44587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B64254-9C45-4CAC-B1EB-568D421D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4975C9-2187-4576-ADB2-0CCC350317FD}"/>
              </a:ext>
            </a:extLst>
          </p:cNvPr>
          <p:cNvSpPr/>
          <p:nvPr/>
        </p:nvSpPr>
        <p:spPr>
          <a:xfrm>
            <a:off x="1210489" y="2124884"/>
            <a:ext cx="4511041" cy="3770813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4625"/>
            <a:r>
              <a:rPr lang="en-US" dirty="0">
                <a:latin typeface="Titillium Web" panose="00000500000000000000" pitchFamily="2" charset="0"/>
              </a:rPr>
              <a:t>SOC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38FD0-0A20-4BE2-92C6-1EDA06D3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792"/>
            <a:ext cx="10026650" cy="655637"/>
          </a:xfrm>
        </p:spPr>
        <p:txBody>
          <a:bodyPr/>
          <a:lstStyle/>
          <a:p>
            <a:r>
              <a:rPr lang="en-US" dirty="0"/>
              <a:t>Components of soc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2383029-4950-44A0-BB5F-782F1309E3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7462903"/>
              </p:ext>
            </p:extLst>
          </p:nvPr>
        </p:nvGraphicFramePr>
        <p:xfrm>
          <a:off x="1393610" y="2363611"/>
          <a:ext cx="4095341" cy="298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9AA5947-E044-402D-AB61-C1990B4358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9962812"/>
              </p:ext>
            </p:extLst>
          </p:nvPr>
        </p:nvGraphicFramePr>
        <p:xfrm>
          <a:off x="7071360" y="2124884"/>
          <a:ext cx="4310484" cy="3770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94F6E-FE5A-4696-9CA8-734E558A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05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8FD0-0A20-4BE2-92C6-1EDA06D3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792"/>
            <a:ext cx="10026650" cy="655637"/>
          </a:xfrm>
        </p:spPr>
        <p:txBody>
          <a:bodyPr/>
          <a:lstStyle/>
          <a:p>
            <a:r>
              <a:rPr lang="en-US" dirty="0">
                <a:latin typeface="Rockwell Nova Light (Headings)"/>
              </a:rPr>
              <a:t>Components of soc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518C26-D6B2-40E0-9938-07129702C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97" y="2743200"/>
            <a:ext cx="10724607" cy="236382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BA697-2F2A-462D-95E8-425CEDDE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70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050AA-07F6-4DFD-997E-0DE54DB02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5" y="761206"/>
            <a:ext cx="10026650" cy="655637"/>
          </a:xfrm>
        </p:spPr>
        <p:txBody>
          <a:bodyPr/>
          <a:lstStyle/>
          <a:p>
            <a:r>
              <a:rPr lang="en-US" dirty="0"/>
              <a:t>SIEM – Elastic stack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DCA0B2A9-1B21-4D96-B6F4-22DBD2140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790700"/>
            <a:ext cx="5241399" cy="3978275"/>
          </a:xfrm>
          <a:ln>
            <a:solidFill>
              <a:schemeClr val="tx1"/>
            </a:solidFill>
          </a:ln>
        </p:spPr>
        <p:txBody>
          <a:bodyPr tIns="182880" rIns="182880">
            <a:normAutofit/>
          </a:bodyPr>
          <a:lstStyle/>
          <a:p>
            <a:pPr marL="230188" indent="-114300" algn="just">
              <a:tabLst>
                <a:tab pos="5202238" algn="l"/>
              </a:tabLst>
            </a:pPr>
            <a:r>
              <a:rPr lang="en-US" sz="1600" b="0" i="0" dirty="0">
                <a:solidFill>
                  <a:srgbClr val="FFFFFF"/>
                </a:solidFill>
                <a:effectLst/>
                <a:latin typeface="Titillium Web" panose="00000500000000000000" pitchFamily="2" charset="0"/>
              </a:rPr>
              <a:t>Combination of Elasticsearch, Kibana, Beats, and Logstash</a:t>
            </a:r>
          </a:p>
          <a:p>
            <a:pPr marL="230188" indent="-114300" algn="just">
              <a:tabLst>
                <a:tab pos="5202238" algn="l"/>
              </a:tabLst>
            </a:pPr>
            <a:r>
              <a:rPr lang="en-US" sz="1600" b="0" i="0" dirty="0">
                <a:solidFill>
                  <a:srgbClr val="FFFFFF"/>
                </a:solidFill>
                <a:effectLst/>
                <a:latin typeface="Titillium Web" panose="00000500000000000000" pitchFamily="2" charset="0"/>
              </a:rPr>
              <a:t>Reliably and securely take data from any source, in any format.</a:t>
            </a:r>
          </a:p>
          <a:p>
            <a:pPr marL="230188" indent="-114300" algn="just">
              <a:tabLst>
                <a:tab pos="5202238" algn="l"/>
              </a:tabLst>
            </a:pPr>
            <a:r>
              <a:rPr lang="en-US" sz="1600" b="0" i="0" dirty="0">
                <a:solidFill>
                  <a:srgbClr val="FFFFFF"/>
                </a:solidFill>
                <a:effectLst/>
                <a:latin typeface="Titillium Web" panose="00000500000000000000" pitchFamily="2" charset="0"/>
              </a:rPr>
              <a:t>Efficiently aggregate the fields and data types of data.</a:t>
            </a:r>
          </a:p>
          <a:p>
            <a:pPr marL="230188" indent="-114300" algn="just">
              <a:tabLst>
                <a:tab pos="5202238" algn="l"/>
              </a:tabLst>
            </a:pPr>
            <a:r>
              <a:rPr lang="en-US" sz="1600" dirty="0">
                <a:solidFill>
                  <a:srgbClr val="FFFFFF"/>
                </a:solidFill>
                <a:latin typeface="Titillium Web" panose="00000500000000000000" pitchFamily="2" charset="0"/>
              </a:rPr>
              <a:t>Store in scalable and powerful database.</a:t>
            </a:r>
            <a:endParaRPr lang="en-US" sz="1600" b="0" i="0" dirty="0">
              <a:solidFill>
                <a:srgbClr val="FFFFFF"/>
              </a:solidFill>
              <a:effectLst/>
              <a:latin typeface="Titillium Web" panose="00000500000000000000" pitchFamily="2" charset="0"/>
            </a:endParaRPr>
          </a:p>
          <a:p>
            <a:pPr marL="230188" indent="-114300" algn="just">
              <a:tabLst>
                <a:tab pos="5202238" algn="l"/>
              </a:tabLst>
            </a:pPr>
            <a:r>
              <a:rPr lang="en-US" sz="1600" b="0" i="0" dirty="0">
                <a:solidFill>
                  <a:srgbClr val="FFFFFF"/>
                </a:solidFill>
                <a:effectLst/>
                <a:latin typeface="Titillium Web" panose="00000500000000000000" pitchFamily="2" charset="0"/>
              </a:rPr>
              <a:t>Analyze and visualize </a:t>
            </a:r>
            <a:r>
              <a:rPr lang="en-US" sz="1600" dirty="0">
                <a:solidFill>
                  <a:srgbClr val="FFFFFF"/>
                </a:solidFill>
                <a:latin typeface="Titillium Web" panose="00000500000000000000" pitchFamily="2" charset="0"/>
              </a:rPr>
              <a:t>with variety of figures and graphs</a:t>
            </a:r>
            <a:r>
              <a:rPr lang="en-US" sz="1600" b="0" i="0" dirty="0">
                <a:solidFill>
                  <a:srgbClr val="FFFFFF"/>
                </a:solidFill>
                <a:effectLst/>
                <a:latin typeface="Titillium Web" panose="00000500000000000000" pitchFamily="2" charset="0"/>
              </a:rPr>
              <a:t> in real time.</a:t>
            </a:r>
          </a:p>
          <a:p>
            <a:pPr marL="230188" indent="-114300" algn="just">
              <a:tabLst>
                <a:tab pos="5202238" algn="l"/>
              </a:tabLst>
            </a:pPr>
            <a:endParaRPr lang="en-US" sz="1600" b="0" i="0" dirty="0">
              <a:solidFill>
                <a:srgbClr val="FFFFFF"/>
              </a:solidFill>
              <a:effectLst/>
              <a:latin typeface="Titillium Web" panose="00000500000000000000" pitchFamily="2" charset="0"/>
            </a:endParaRP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A4E71717-9086-4ED2-B4DA-7741958FE62D}"/>
              </a:ext>
            </a:extLst>
          </p:cNvPr>
          <p:cNvSpPr txBox="1">
            <a:spLocks/>
          </p:cNvSpPr>
          <p:nvPr/>
        </p:nvSpPr>
        <p:spPr>
          <a:xfrm>
            <a:off x="6620646" y="1790700"/>
            <a:ext cx="5241399" cy="39782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182880" rIns="182880" bIns="0" rtlCol="0" anchor="t" anchorCtr="0">
            <a:normAutofit/>
          </a:bodyPr>
          <a:lstStyle>
            <a:lvl1pPr marL="360000" indent="-3600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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Tx/>
              <a:buNone/>
              <a:defRPr sz="2000" i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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Tx/>
              <a:buNone/>
              <a:defRPr sz="2000" i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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888" indent="0" algn="ctr">
              <a:buNone/>
              <a:tabLst>
                <a:tab pos="5202238" algn="l"/>
              </a:tabLst>
            </a:pPr>
            <a:r>
              <a:rPr lang="en-US" sz="1800" dirty="0">
                <a:solidFill>
                  <a:srgbClr val="FFFFFF"/>
                </a:solidFill>
                <a:latin typeface="Titillium Web" panose="00000500000000000000" pitchFamily="2" charset="0"/>
              </a:rPr>
              <a:t>Elastic Security</a:t>
            </a:r>
          </a:p>
          <a:p>
            <a:pPr marL="115888" indent="0" algn="just">
              <a:buNone/>
              <a:tabLst>
                <a:tab pos="5202238" algn="l"/>
              </a:tabLst>
            </a:pPr>
            <a:endParaRPr lang="en-US" sz="1800" dirty="0">
              <a:solidFill>
                <a:srgbClr val="FFFFFF"/>
              </a:solidFill>
              <a:latin typeface="Titillium Web" panose="00000500000000000000" pitchFamily="2" charset="0"/>
            </a:endParaRPr>
          </a:p>
          <a:p>
            <a:pPr marL="115888" indent="0" algn="just">
              <a:buNone/>
              <a:tabLst>
                <a:tab pos="5202238" algn="l"/>
              </a:tabLst>
            </a:pPr>
            <a:r>
              <a:rPr lang="en-US" sz="1600" b="1" dirty="0">
                <a:solidFill>
                  <a:srgbClr val="FF3300"/>
                </a:solidFill>
                <a:latin typeface="Titillium Web" panose="00000500000000000000" pitchFamily="2" charset="0"/>
              </a:rPr>
              <a:t>SIEM</a:t>
            </a:r>
            <a:r>
              <a:rPr lang="en-US" sz="1600" dirty="0">
                <a:solidFill>
                  <a:srgbClr val="FFFFFF"/>
                </a:solidFill>
                <a:latin typeface="Titillium Web" panose="00000500000000000000" pitchFamily="2" charset="0"/>
              </a:rPr>
              <a:t> – Leverage the speed, scale, and relevance of Elasticsearch for SIEM use cases to drive your security operations and threat hunting. </a:t>
            </a:r>
          </a:p>
          <a:p>
            <a:pPr marL="115888" indent="0" algn="just">
              <a:buNone/>
              <a:tabLst>
                <a:tab pos="5202238" algn="l"/>
              </a:tabLst>
            </a:pPr>
            <a:endParaRPr lang="en-US" sz="1800" dirty="0">
              <a:solidFill>
                <a:srgbClr val="FFFFFF"/>
              </a:solidFill>
              <a:latin typeface="Titillium Web" panose="00000500000000000000" pitchFamily="2" charset="0"/>
            </a:endParaRPr>
          </a:p>
          <a:p>
            <a:pPr marL="115888" indent="0" algn="just">
              <a:buNone/>
              <a:tabLst>
                <a:tab pos="5202238" algn="l"/>
              </a:tabLst>
            </a:pPr>
            <a:r>
              <a:rPr lang="en-US" sz="1600" b="1" dirty="0">
                <a:solidFill>
                  <a:srgbClr val="FF3300"/>
                </a:solidFill>
                <a:latin typeface="Titillium Web" panose="00000500000000000000" pitchFamily="2" charset="0"/>
              </a:rPr>
              <a:t>Endpoint Security</a:t>
            </a:r>
            <a:r>
              <a:rPr lang="en-US" sz="1600" b="1" dirty="0">
                <a:solidFill>
                  <a:srgbClr val="FFFFFF"/>
                </a:solidFill>
                <a:latin typeface="Titillium Web" panose="00000500000000000000" pitchFamily="2" charset="0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Titillium Web" panose="00000500000000000000" pitchFamily="2" charset="0"/>
              </a:rPr>
              <a:t>– Stop malware at the host, while enabling centralized visibility and advanced threat detection</a:t>
            </a:r>
            <a:endParaRPr lang="en-US" sz="1800" dirty="0">
              <a:solidFill>
                <a:srgbClr val="FFFFFF"/>
              </a:solidFill>
              <a:latin typeface="Titillium Web" panose="000005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F80E1A-AC7D-468A-824F-96D45106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0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8CA7-5FCC-4C0B-B838-5EE119F49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5" y="762000"/>
            <a:ext cx="10026650" cy="655637"/>
          </a:xfrm>
        </p:spPr>
        <p:txBody>
          <a:bodyPr/>
          <a:lstStyle/>
          <a:p>
            <a:r>
              <a:rPr lang="en-US" cap="none" dirty="0"/>
              <a:t>Event Query Language (EQL)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9A746-C1FD-48C6-B1C2-86D4FE115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790700"/>
            <a:ext cx="10026650" cy="2284911"/>
          </a:xfrm>
        </p:spPr>
        <p:txBody>
          <a:bodyPr lIns="182880" rIns="182880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Titillium Web" panose="00000500000000000000" pitchFamily="2" charset="0"/>
              </a:rPr>
              <a:t>A query language for event-based time series data, such as logs, metrics, and traces.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Titillium Web" panose="00000500000000000000" pitchFamily="2" charset="0"/>
              </a:rPr>
              <a:t>Advantages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  <a:latin typeface="Titillium Web" panose="00000500000000000000" pitchFamily="2" charset="0"/>
              </a:rPr>
              <a:t>EQL lets you express relationships between events.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  <a:latin typeface="Titillium Web" panose="00000500000000000000" pitchFamily="2" charset="0"/>
              </a:rPr>
              <a:t>EQL has a low learning curve.</a:t>
            </a:r>
            <a:endParaRPr lang="en-US" sz="1800" b="1" dirty="0">
              <a:solidFill>
                <a:srgbClr val="FFFFFF"/>
              </a:solidFill>
              <a:latin typeface="Titillium Web" panose="00000500000000000000" pitchFamily="2" charset="0"/>
            </a:endParaRP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  <a:latin typeface="Titillium Web" panose="00000500000000000000" pitchFamily="2" charset="0"/>
              </a:rPr>
              <a:t>EQL is designed for security use cases.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BD6AD-D1F2-4800-ACB8-169E2993448A}"/>
              </a:ext>
            </a:extLst>
          </p:cNvPr>
          <p:cNvSpPr txBox="1"/>
          <p:nvPr/>
        </p:nvSpPr>
        <p:spPr>
          <a:xfrm>
            <a:off x="5299166" y="4426059"/>
            <a:ext cx="6474823" cy="181588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$ </a:t>
            </a:r>
            <a:r>
              <a:rPr lang="en-US" sz="1400" dirty="0" err="1">
                <a:solidFill>
                  <a:srgbClr val="FFFFFF"/>
                </a:solidFill>
                <a:latin typeface="Titillium Web" panose="00000500000000000000" pitchFamily="2" charset="0"/>
              </a:rPr>
              <a:t>eql</a:t>
            </a:r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 query -f </a:t>
            </a:r>
            <a:r>
              <a:rPr lang="en-US" sz="1400" dirty="0" err="1">
                <a:solidFill>
                  <a:srgbClr val="FFFFFF"/>
                </a:solidFill>
                <a:latin typeface="Titillium Web" panose="00000500000000000000" pitchFamily="2" charset="0"/>
              </a:rPr>
              <a:t>example.json</a:t>
            </a:r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 "process where </a:t>
            </a:r>
            <a:r>
              <a:rPr lang="en-US" sz="1400" dirty="0" err="1">
                <a:solidFill>
                  <a:srgbClr val="FFFFFF"/>
                </a:solidFill>
                <a:latin typeface="Titillium Web" panose="00000500000000000000" pitchFamily="2" charset="0"/>
              </a:rPr>
              <a:t>process_name</a:t>
            </a:r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 == 'explorer.exe’”</a:t>
            </a:r>
          </a:p>
          <a:p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$ GET /my-index-000001/_</a:t>
            </a:r>
            <a:r>
              <a:rPr lang="en-US" sz="1400" dirty="0" err="1">
                <a:solidFill>
                  <a:srgbClr val="FFFFFF"/>
                </a:solidFill>
                <a:latin typeface="Titillium Web" panose="00000500000000000000" pitchFamily="2" charset="0"/>
              </a:rPr>
              <a:t>eql</a:t>
            </a:r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/search </a:t>
            </a:r>
          </a:p>
          <a:p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    { </a:t>
            </a:r>
          </a:p>
          <a:p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       "query": """ sequence by </a:t>
            </a:r>
            <a:r>
              <a:rPr lang="en-US" sz="1400" dirty="0" err="1">
                <a:solidFill>
                  <a:srgbClr val="FFFFFF"/>
                </a:solidFill>
                <a:latin typeface="Titillium Web" panose="00000500000000000000" pitchFamily="2" charset="0"/>
              </a:rPr>
              <a:t>process.pid</a:t>
            </a:r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 with </a:t>
            </a:r>
            <a:r>
              <a:rPr lang="en-US" sz="1400" dirty="0" err="1">
                <a:solidFill>
                  <a:srgbClr val="FFFFFF"/>
                </a:solidFill>
                <a:latin typeface="Titillium Web" panose="00000500000000000000" pitchFamily="2" charset="0"/>
              </a:rPr>
              <a:t>maxspan</a:t>
            </a:r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=1h </a:t>
            </a:r>
          </a:p>
          <a:p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          [ process where process.name == "regsvr32.exe" ] </a:t>
            </a:r>
          </a:p>
          <a:p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          [ file where </a:t>
            </a:r>
            <a:r>
              <a:rPr lang="en-US" sz="1400" dirty="0" err="1">
                <a:solidFill>
                  <a:srgbClr val="FFFFFF"/>
                </a:solidFill>
                <a:latin typeface="Titillium Web" panose="00000500000000000000" pitchFamily="2" charset="0"/>
              </a:rPr>
              <a:t>stringContains</a:t>
            </a:r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(file.name, "scrobj.dll") ] </a:t>
            </a:r>
          </a:p>
          <a:p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       """ </a:t>
            </a:r>
          </a:p>
          <a:p>
            <a:r>
              <a:rPr lang="en-US" sz="1400" dirty="0">
                <a:solidFill>
                  <a:srgbClr val="FFFFFF"/>
                </a:solidFill>
                <a:latin typeface="Titillium Web" panose="00000500000000000000" pitchFamily="2" charset="0"/>
              </a:rPr>
              <a:t>    }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6A83D-2F1B-4C94-89B6-BC68BEEDB89B}"/>
              </a:ext>
            </a:extLst>
          </p:cNvPr>
          <p:cNvSpPr txBox="1"/>
          <p:nvPr/>
        </p:nvSpPr>
        <p:spPr>
          <a:xfrm>
            <a:off x="470262" y="6241941"/>
            <a:ext cx="4593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https://www.elastic.co/guide/en/elasticsearch/reference/master/eql.html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6AFF78-B4AE-40E3-BB02-08039651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46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14C8-6B29-4A7C-896A-56CABA87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5" y="769998"/>
            <a:ext cx="10026650" cy="655637"/>
          </a:xfrm>
        </p:spPr>
        <p:txBody>
          <a:bodyPr/>
          <a:lstStyle/>
          <a:p>
            <a:r>
              <a:rPr lang="en-US" dirty="0"/>
              <a:t>CTI - MISP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7BD4D-46BC-4286-BB87-0C6BA11C7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82880" rIns="182880">
            <a:normAutofit/>
          </a:bodyPr>
          <a:lstStyle/>
          <a:p>
            <a:pPr marL="176213" indent="-176213" algn="just"/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A free and open-source software </a:t>
            </a:r>
          </a:p>
          <a:p>
            <a:pPr marL="176213" indent="-176213" algn="just"/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Maintained by Computer Incident Response Center Luxembourg (CIRCL) to store, share and collaborate on threat intelligence including cyber security indicators.</a:t>
            </a:r>
          </a:p>
          <a:p>
            <a:pPr algn="just"/>
            <a:endParaRPr lang="en-US" dirty="0">
              <a:solidFill>
                <a:srgbClr val="FFFFFF"/>
              </a:solidFill>
              <a:latin typeface="Titillium Web" panose="00000500000000000000" pitchFamily="2" charset="0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FF3300"/>
                </a:solidFill>
                <a:latin typeface="Titillium Web" panose="00000500000000000000" pitchFamily="2" charset="0"/>
              </a:rPr>
              <a:t>MISP Communities </a:t>
            </a:r>
            <a:r>
              <a:rPr lang="en-US" b="1" dirty="0">
                <a:solidFill>
                  <a:srgbClr val="FFFFFF"/>
                </a:solidFill>
                <a:latin typeface="Titillium Web" panose="00000500000000000000" pitchFamily="2" charset="0"/>
              </a:rPr>
              <a:t>– </a:t>
            </a:r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help to share and receive the threat intelligence from trusted-groups.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AB758-7407-4E78-AB38-5FD05FCC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30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AD1B-F827-4EF8-9220-A63288B6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761206"/>
            <a:ext cx="10026650" cy="655637"/>
          </a:xfrm>
        </p:spPr>
        <p:txBody>
          <a:bodyPr/>
          <a:lstStyle/>
          <a:p>
            <a:r>
              <a:rPr lang="en-US" dirty="0"/>
              <a:t>SIRP - </a:t>
            </a:r>
            <a:r>
              <a:rPr lang="en-US" cap="none" dirty="0"/>
              <a:t>TheHive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5DB01-53E5-4FAC-96FB-FE137949B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790700"/>
            <a:ext cx="8917354" cy="3978275"/>
          </a:xfrm>
        </p:spPr>
        <p:txBody>
          <a:bodyPr lIns="182880" rIns="182880">
            <a:normAutofit/>
          </a:bodyPr>
          <a:lstStyle/>
          <a:p>
            <a:pPr marL="358775" indent="-244475" algn="just"/>
            <a:r>
              <a:rPr lang="en-US" b="0" i="0" dirty="0">
                <a:solidFill>
                  <a:srgbClr val="FFFFFF"/>
                </a:solidFill>
                <a:effectLst/>
                <a:latin typeface="Titillium Web" panose="00000500000000000000" pitchFamily="2" charset="0"/>
              </a:rPr>
              <a:t>A scalable, open source and free Security Incident Response Platform.</a:t>
            </a:r>
          </a:p>
          <a:p>
            <a:pPr marL="358775" indent="-244475" algn="just"/>
            <a:r>
              <a:rPr lang="en-US" b="0" i="0" dirty="0">
                <a:solidFill>
                  <a:srgbClr val="FFFFFF"/>
                </a:solidFill>
                <a:effectLst/>
                <a:latin typeface="Titillium Web" panose="00000500000000000000" pitchFamily="2" charset="0"/>
              </a:rPr>
              <a:t>Real time information pertaining to new or existing cases, tasks, observables and IOCs is available to all team members.</a:t>
            </a:r>
          </a:p>
          <a:p>
            <a:pPr marL="358775" indent="-244475" algn="just"/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Cases and associated tasks can be created using a simple yet powerful template engine. </a:t>
            </a:r>
          </a:p>
          <a:p>
            <a:pPr marL="358775" indent="-244475" algn="just"/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Can be integrated with MISP to import observables and export IOCs to MISP instances.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D7BB0-F0C5-4121-BD4C-3F95BBF03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46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E577-A1EA-40F7-B996-30C3C3EE1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5" y="761206"/>
            <a:ext cx="10026650" cy="655637"/>
          </a:xfrm>
        </p:spPr>
        <p:txBody>
          <a:bodyPr/>
          <a:lstStyle/>
          <a:p>
            <a:r>
              <a:rPr lang="en-US" dirty="0"/>
              <a:t>IDS/IPS – </a:t>
            </a:r>
            <a:r>
              <a:rPr lang="en-US" cap="none" dirty="0"/>
              <a:t>Zeek, Suricata, Elastalert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BC5A7-47D1-424D-979E-E97070E39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2675" y="1755533"/>
            <a:ext cx="4494823" cy="3173521"/>
          </a:xfrm>
          <a:ln>
            <a:solidFill>
              <a:schemeClr val="tx1"/>
            </a:solidFill>
          </a:ln>
        </p:spPr>
        <p:txBody>
          <a:bodyPr lIns="182880" rIns="182880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FF3300"/>
                </a:solidFill>
                <a:latin typeface="Titillium Web" panose="00000500000000000000" pitchFamily="2" charset="0"/>
              </a:rPr>
              <a:t>Zeek</a:t>
            </a:r>
            <a:r>
              <a:rPr lang="en-US" sz="1600" dirty="0">
                <a:solidFill>
                  <a:srgbClr val="FFFFFF"/>
                </a:solidFill>
                <a:latin typeface="Titillium Web" panose="00000500000000000000" pitchFamily="2" charset="0"/>
              </a:rPr>
              <a:t> – aka BRO, open-source network security monitoring.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FFFFFF"/>
                </a:solidFill>
                <a:latin typeface="Titillium Web" panose="00000500000000000000" pitchFamily="2" charset="0"/>
              </a:rPr>
              <a:t>It interprets what it sees and creates compact, high-fidelity transaction logs, file content, and customized output based on the network protocols.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FFFFFF"/>
                </a:solidFill>
                <a:latin typeface="Titillium Web" panose="00000500000000000000" pitchFamily="2" charset="0"/>
              </a:rPr>
              <a:t>The outputs can be analyzed raw by a security engineer or even have a better view on the SIEM platforms.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B84308-76EC-4CC0-8C50-94B89FDEBFA0}"/>
              </a:ext>
            </a:extLst>
          </p:cNvPr>
          <p:cNvSpPr txBox="1">
            <a:spLocks/>
          </p:cNvSpPr>
          <p:nvPr/>
        </p:nvSpPr>
        <p:spPr>
          <a:xfrm>
            <a:off x="6614504" y="2791019"/>
            <a:ext cx="5016500" cy="28085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182880" tIns="0" rIns="182880" bIns="0" rtlCol="0" anchor="t" anchorCtr="0">
            <a:normAutofit/>
          </a:bodyPr>
          <a:lstStyle>
            <a:lvl1pPr marL="360000" indent="-3600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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Tx/>
              <a:buNone/>
              <a:defRPr sz="2000" i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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Tx/>
              <a:buNone/>
              <a:defRPr sz="2000" i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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dirty="0">
                <a:solidFill>
                  <a:srgbClr val="FF3300"/>
                </a:solidFill>
                <a:latin typeface="Titillium Web" panose="00000500000000000000" pitchFamily="2" charset="0"/>
              </a:rPr>
              <a:t>Suricata</a:t>
            </a:r>
            <a:r>
              <a:rPr lang="en-US" sz="1600" dirty="0">
                <a:solidFill>
                  <a:srgbClr val="FFFFFF"/>
                </a:solidFill>
                <a:latin typeface="Titillium Web" panose="00000500000000000000" pitchFamily="2" charset="0"/>
              </a:rPr>
              <a:t> –  mature, fast and robust network threat detection engine.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FFFFFF"/>
                </a:solidFill>
                <a:latin typeface="Titillium Web" panose="00000500000000000000" pitchFamily="2" charset="0"/>
              </a:rPr>
              <a:t>It is capable of being both IDS and IPS.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FFFFFF"/>
                </a:solidFill>
                <a:latin typeface="Titillium Web" panose="00000500000000000000" pitchFamily="2" charset="0"/>
              </a:rPr>
              <a:t>Suricata inspects the network traffic using a powerful and extensive rules and signature language.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FFFFFF"/>
                </a:solidFill>
                <a:latin typeface="Titillium Web" panose="00000500000000000000" pitchFamily="2" charset="0"/>
              </a:rPr>
              <a:t>It can also be integrated as modules with firewalls like </a:t>
            </a:r>
            <a:r>
              <a:rPr lang="en-US" sz="1600" dirty="0" err="1">
                <a:solidFill>
                  <a:srgbClr val="FFFFFF"/>
                </a:solidFill>
                <a:latin typeface="Titillium Web" panose="00000500000000000000" pitchFamily="2" charset="0"/>
              </a:rPr>
              <a:t>pfsense</a:t>
            </a:r>
            <a:r>
              <a:rPr lang="en-US" sz="1600" dirty="0">
                <a:solidFill>
                  <a:srgbClr val="FFFFFF"/>
                </a:solidFill>
                <a:latin typeface="Titillium Web" panose="00000500000000000000" pitchFamily="2" charset="0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B1A62-4943-4FDC-A8FA-3B4E5043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25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08D0-E41E-4EB0-B08E-EA6700538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61206"/>
            <a:ext cx="10026650" cy="655637"/>
          </a:xfrm>
        </p:spPr>
        <p:txBody>
          <a:bodyPr/>
          <a:lstStyle/>
          <a:p>
            <a:r>
              <a:rPr lang="en-US" cap="none" dirty="0" err="1"/>
              <a:t>ElastAlert</a:t>
            </a:r>
            <a:endParaRPr lang="en-US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D6309-C9EA-4E35-BDE3-569C8FC2F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790700"/>
            <a:ext cx="10026650" cy="2406831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A simple framework for alerting on anomalies, spikes, or other patterns of interest from data in Elasticsearch.</a:t>
            </a:r>
          </a:p>
          <a:p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Multiple outputs options – Jira, email, Google Chat, </a:t>
            </a:r>
            <a:r>
              <a:rPr lang="en-US" dirty="0" err="1">
                <a:solidFill>
                  <a:srgbClr val="FFFFFF"/>
                </a:solidFill>
                <a:latin typeface="Titillium Web" panose="00000500000000000000" pitchFamily="2" charset="0"/>
              </a:rPr>
              <a:t>theHive</a:t>
            </a:r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, Telegram, Slack, …</a:t>
            </a:r>
          </a:p>
          <a:p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Various rule types can be configure based on frequency, spikes, flatline, blacklist/whitelist, keywords, differences,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6BA5D-6B00-4A37-A85E-891125E3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01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EAD1C-76EA-4972-9A45-18B73A28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5" y="762000"/>
            <a:ext cx="10026650" cy="655637"/>
          </a:xfrm>
        </p:spPr>
        <p:txBody>
          <a:bodyPr/>
          <a:lstStyle/>
          <a:p>
            <a:r>
              <a:rPr lang="en-US" cap="none" dirty="0"/>
              <a:t>Example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8FDFE-1771-43FB-895D-E5C45ED7C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628776"/>
            <a:ext cx="10293350" cy="4773223"/>
          </a:xfrm>
          <a:ln>
            <a:solidFill>
              <a:srgbClr val="4E8542"/>
            </a:solidFill>
          </a:ln>
        </p:spPr>
        <p:txBody>
          <a:bodyPr lIns="182880" rIns="182880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alert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</a:t>
            </a:r>
            <a:b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>
                <a:solidFill>
                  <a:srgbClr val="AF5F00"/>
                </a:solidFill>
                <a:effectLst/>
                <a:latin typeface="Titillium Web" panose="00000500000000000000" pitchFamily="2" charset="0"/>
              </a:rPr>
              <a:t>- 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slack</a:t>
            </a:r>
            <a:b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</a:br>
            <a:b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 err="1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slack_webhook_url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 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"https://hooks.slack.com/services/AAAAAAAA/BBBBBBB/CCCCCCCCCCCCCCCCC"</a:t>
            </a:r>
            <a:b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 err="1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alert_subject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 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"&lt;https://Kernellix.acsirt.com:5601/app/kibana#/doc/8f8027e0-3819-11ea-8df9-47230034c469/{0}?id={1} | Whoami-Execution_0&gt;"</a:t>
            </a:r>
            <a:b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 err="1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alert_subject_args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 [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"_index" 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, 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"_id"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]</a:t>
            </a:r>
            <a:b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</a:br>
            <a:b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 err="1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alert_text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 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"Timestamp: {0} 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\</a:t>
            </a:r>
            <a:r>
              <a:rPr lang="en-US" sz="1400" dirty="0" err="1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n</a:t>
            </a:r>
            <a:r>
              <a:rPr lang="en-US" sz="1400" dirty="0" err="1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HostName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: {1} 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\</a:t>
            </a:r>
            <a:r>
              <a:rPr lang="en-US" sz="1400" dirty="0" err="1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n</a:t>
            </a:r>
            <a:r>
              <a:rPr lang="en-US" sz="1400" dirty="0" err="1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Image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: {2} 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\</a:t>
            </a:r>
            <a:r>
              <a:rPr lang="en-US" sz="1400" dirty="0" err="1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n</a:t>
            </a:r>
            <a:r>
              <a:rPr lang="en-US" sz="1400" dirty="0" err="1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ID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: {3} 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\</a:t>
            </a:r>
            <a:r>
              <a:rPr lang="en-US" sz="1400" dirty="0" err="1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n</a:t>
            </a:r>
            <a:r>
              <a:rPr lang="en-US" sz="1400" dirty="0" err="1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ltd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: {4}"</a:t>
            </a:r>
            <a:b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 err="1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alert_text_type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 </a:t>
            </a:r>
            <a:r>
              <a:rPr lang="en-US" sz="1400" dirty="0" err="1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alert_text_only</a:t>
            </a:r>
            <a:b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 err="1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alert_text_args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 [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"@timestamp"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, 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</a:t>
            </a:r>
            <a:r>
              <a:rPr lang="en-US" sz="1400" dirty="0" err="1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agent.hostname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, 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</a:t>
            </a:r>
            <a:r>
              <a:rPr lang="en-US" sz="1400" dirty="0" err="1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winlog.event_data.Image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, 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"_id"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, 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</a:t>
            </a:r>
            <a:r>
              <a:rPr lang="en-US" sz="1400" dirty="0" err="1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fields.ltd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"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]</a:t>
            </a:r>
            <a:b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</a:br>
            <a:b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description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 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Detects the execution of </a:t>
            </a:r>
            <a:r>
              <a:rPr lang="en-US" sz="1400" dirty="0" err="1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whoami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, which is often used by attackers after </a:t>
            </a:r>
            <a:r>
              <a:rPr lang="en-US" sz="1400" dirty="0" err="1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exloitation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 / privilege escalation but rarely used by administrators</a:t>
            </a:r>
            <a:b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filter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</a:t>
            </a:r>
            <a:b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>
                <a:solidFill>
                  <a:srgbClr val="AF5F00"/>
                </a:solidFill>
                <a:effectLst/>
                <a:latin typeface="Titillium Web" panose="00000500000000000000" pitchFamily="2" charset="0"/>
              </a:rPr>
              <a:t>- </a:t>
            </a:r>
            <a:r>
              <a:rPr lang="en-US" sz="1400" dirty="0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query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</a:t>
            </a:r>
            <a:b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 err="1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query_string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</a:t>
            </a:r>
            <a:b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query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 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(</a:t>
            </a:r>
            <a:r>
              <a:rPr lang="en-US" sz="1400" dirty="0" err="1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winlog.event_data.Image.keyword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:*\\whoami.exe OR winlog.event_data.</a:t>
            </a:r>
            <a:r>
              <a:rPr lang="en-US" sz="1400" dirty="0" err="1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OriginalFileName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:"whoami.exe")</a:t>
            </a:r>
            <a:b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index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 </a:t>
            </a:r>
            <a:r>
              <a:rPr lang="en-US" sz="1400" dirty="0" err="1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winlogbeat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-*</a:t>
            </a:r>
            <a:b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>
                <a:solidFill>
                  <a:srgbClr val="BD93F9"/>
                </a:solidFill>
                <a:effectLst/>
                <a:latin typeface="Titillium Web" panose="00000500000000000000" pitchFamily="2" charset="0"/>
              </a:rPr>
              <a:t>#name: Whoami-Execution_0</a:t>
            </a:r>
            <a:br>
              <a:rPr lang="en-US" sz="1400" dirty="0">
                <a:solidFill>
                  <a:srgbClr val="BD93F9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priority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 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2</a:t>
            </a:r>
            <a:b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 err="1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realert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</a:t>
            </a:r>
            <a:b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minutes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 </a:t>
            </a:r>
            <a: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  <a:t>5</a:t>
            </a:r>
            <a:br>
              <a:rPr lang="en-US" sz="1400" dirty="0">
                <a:solidFill>
                  <a:srgbClr val="FF5555"/>
                </a:solidFill>
                <a:effectLst/>
                <a:latin typeface="Titillium Web" panose="00000500000000000000" pitchFamily="2" charset="0"/>
              </a:rPr>
            </a:br>
            <a:r>
              <a:rPr lang="en-US" sz="1400" dirty="0">
                <a:solidFill>
                  <a:srgbClr val="8BE9FD"/>
                </a:solidFill>
                <a:effectLst/>
                <a:latin typeface="Titillium Web" panose="00000500000000000000" pitchFamily="2" charset="0"/>
              </a:rPr>
              <a:t>type</a:t>
            </a:r>
            <a:r>
              <a:rPr lang="en-US" sz="1400" dirty="0">
                <a:solidFill>
                  <a:srgbClr val="FF79C6"/>
                </a:solidFill>
                <a:effectLst/>
                <a:latin typeface="Titillium Web" panose="00000500000000000000" pitchFamily="2" charset="0"/>
              </a:rPr>
              <a:t>: </a:t>
            </a:r>
            <a:r>
              <a:rPr lang="en-US" sz="1400" dirty="0">
                <a:solidFill>
                  <a:srgbClr val="F8F8F2"/>
                </a:solidFill>
                <a:effectLst/>
                <a:latin typeface="Titillium Web" panose="00000500000000000000" pitchFamily="2" charset="0"/>
              </a:rPr>
              <a:t>any</a:t>
            </a:r>
            <a:endParaRPr lang="en-US" sz="1400" dirty="0">
              <a:effectLst/>
              <a:latin typeface="Titillium Web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1F779-3637-439F-8924-21EDA4D7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06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EAD1C-76EA-4972-9A45-18B73A28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5" y="762000"/>
            <a:ext cx="10026650" cy="655637"/>
          </a:xfrm>
        </p:spPr>
        <p:txBody>
          <a:bodyPr/>
          <a:lstStyle/>
          <a:p>
            <a:r>
              <a:rPr lang="en-US" dirty="0"/>
              <a:t>WAF - </a:t>
            </a:r>
            <a:r>
              <a:rPr lang="en-US" cap="none" dirty="0"/>
              <a:t>ModSecurity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8FDFE-1771-43FB-895D-E5C45ED7C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An open source, cross platform web application firewall (WAF) developed by Trustwave's </a:t>
            </a:r>
            <a:r>
              <a:rPr lang="en-US" dirty="0" err="1">
                <a:solidFill>
                  <a:srgbClr val="FFFFFF"/>
                </a:solidFill>
                <a:latin typeface="Titillium Web" panose="00000500000000000000" pitchFamily="2" charset="0"/>
              </a:rPr>
              <a:t>SpiderLabs</a:t>
            </a:r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.</a:t>
            </a:r>
          </a:p>
          <a:p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It can be configurable with different types of web servers – </a:t>
            </a:r>
            <a:r>
              <a:rPr lang="en-US" dirty="0" err="1">
                <a:solidFill>
                  <a:srgbClr val="FFFFFF"/>
                </a:solidFill>
                <a:latin typeface="Titillium Web" panose="00000500000000000000" pitchFamily="2" charset="0"/>
              </a:rPr>
              <a:t>nginx</a:t>
            </a:r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, apache, </a:t>
            </a:r>
            <a:r>
              <a:rPr lang="en-US" dirty="0" err="1">
                <a:solidFill>
                  <a:srgbClr val="FFFFFF"/>
                </a:solidFill>
                <a:latin typeface="Titillium Web" panose="00000500000000000000" pitchFamily="2" charset="0"/>
              </a:rPr>
              <a:t>iis</a:t>
            </a:r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.</a:t>
            </a:r>
          </a:p>
          <a:p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It maintains reliable OWASP ModSecurity Core Rule Set.</a:t>
            </a:r>
          </a:p>
          <a:p>
            <a:r>
              <a:rPr lang="en-US" dirty="0">
                <a:solidFill>
                  <a:srgbClr val="FFFFFF"/>
                </a:solidFill>
                <a:latin typeface="Titillium Web" panose="00000500000000000000" pitchFamily="2" charset="0"/>
              </a:rPr>
              <a:t>Different operation modes can be configured like DetectionOnly, On, and Off.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2BFF4-B59E-4DB5-AB21-EDB430DF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80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B8CF-7933-478E-9D10-0B45C39D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6615"/>
            <a:ext cx="10026650" cy="655637"/>
          </a:xfrm>
        </p:spPr>
        <p:txBody>
          <a:bodyPr/>
          <a:lstStyle/>
          <a:p>
            <a:r>
              <a:rPr lang="en-US" dirty="0"/>
              <a:t>Integration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1FB689-884E-4A4A-9178-19AEAE7FBE9A}"/>
              </a:ext>
            </a:extLst>
          </p:cNvPr>
          <p:cNvSpPr/>
          <p:nvPr/>
        </p:nvSpPr>
        <p:spPr>
          <a:xfrm>
            <a:off x="1414425" y="1600200"/>
            <a:ext cx="9363150" cy="4626429"/>
          </a:xfrm>
          <a:prstGeom prst="roundRect">
            <a:avLst/>
          </a:prstGeom>
          <a:solidFill>
            <a:srgbClr val="A6A6A6">
              <a:alpha val="8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9929763-FAE5-46CE-8D9E-723392070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784" y="2022269"/>
            <a:ext cx="1042468" cy="781851"/>
          </a:xfrm>
          <a:prstGeom prst="rect">
            <a:avLst/>
          </a:prstGeom>
        </p:spPr>
      </p:pic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DEC37E03-F1A2-4C05-8769-7E225F906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503" y="2121711"/>
            <a:ext cx="2699388" cy="660134"/>
          </a:xfrm>
          <a:prstGeom prst="rect">
            <a:avLst/>
          </a:prstGeom>
        </p:spPr>
      </p:pic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C9035522-AD89-47BA-8D54-10DE6E17F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395" y="3370554"/>
            <a:ext cx="1402675" cy="788502"/>
          </a:xfrm>
          <a:prstGeom prst="rect">
            <a:avLst/>
          </a:prstGeom>
        </p:spPr>
      </p:pic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C7DFD643-161D-450C-82C2-B7D1A3DD07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980" y="1820452"/>
            <a:ext cx="632246" cy="632246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15C638-00A2-40F4-8717-1E5B6CD4D8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04" y="2029976"/>
            <a:ext cx="781851" cy="781851"/>
          </a:xfrm>
          <a:prstGeom prst="rect">
            <a:avLst/>
          </a:prstGeom>
        </p:spPr>
      </p:pic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A0331B1E-974E-40B6-AA33-E4B5B6C449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048" y="4078636"/>
            <a:ext cx="780667" cy="830345"/>
          </a:xfrm>
          <a:prstGeom prst="rect">
            <a:avLst/>
          </a:prstGeom>
        </p:spPr>
      </p:pic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A6EBDCC1-670F-44C9-839D-2DB04BE410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503" y="4092363"/>
            <a:ext cx="1605780" cy="80289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BB621C30-C1C5-418F-937D-6B6D65A814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617" y="3404210"/>
            <a:ext cx="1761553" cy="721191"/>
          </a:xfrm>
          <a:prstGeom prst="rect">
            <a:avLst/>
          </a:prstGeom>
        </p:spPr>
      </p:pic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EAD18B94-3A08-4043-9D41-94C0A52E34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674" y="4811942"/>
            <a:ext cx="1482116" cy="385350"/>
          </a:xfrm>
          <a:prstGeom prst="rect">
            <a:avLst/>
          </a:prstGeom>
        </p:spPr>
      </p:pic>
      <p:pic>
        <p:nvPicPr>
          <p:cNvPr id="14" name="Picture 13" descr="A picture containing shape&#10;&#10;Description automatically generated">
            <a:extLst>
              <a:ext uri="{FF2B5EF4-FFF2-40B4-BE49-F238E27FC236}">
                <a16:creationId xmlns:a16="http://schemas.microsoft.com/office/drawing/2014/main" id="{2A091539-DB6B-44D1-A672-6F9D6EAF973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195" y="2999288"/>
            <a:ext cx="1225636" cy="404922"/>
          </a:xfrm>
          <a:prstGeom prst="rect">
            <a:avLst/>
          </a:prstGeom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56AA6024-ED01-4B99-83A1-F1AA6FFDD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469" y="1997163"/>
            <a:ext cx="781851" cy="66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AB4D1E-F09B-4BB6-B949-8810C1F2B963}"/>
              </a:ext>
            </a:extLst>
          </p:cNvPr>
          <p:cNvCxnSpPr>
            <a:cxnSpLocks/>
          </p:cNvCxnSpPr>
          <p:nvPr/>
        </p:nvCxnSpPr>
        <p:spPr>
          <a:xfrm>
            <a:off x="2744878" y="2166623"/>
            <a:ext cx="533906" cy="246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C699FE-FE6F-4519-86CD-03A405B9C099}"/>
              </a:ext>
            </a:extLst>
          </p:cNvPr>
          <p:cNvCxnSpPr>
            <a:cxnSpLocks/>
          </p:cNvCxnSpPr>
          <p:nvPr/>
        </p:nvCxnSpPr>
        <p:spPr>
          <a:xfrm flipV="1">
            <a:off x="2744878" y="2557548"/>
            <a:ext cx="533906" cy="360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0A172C-37E3-447A-9395-CC53D5286228}"/>
              </a:ext>
            </a:extLst>
          </p:cNvPr>
          <p:cNvCxnSpPr>
            <a:cxnSpLocks/>
          </p:cNvCxnSpPr>
          <p:nvPr/>
        </p:nvCxnSpPr>
        <p:spPr>
          <a:xfrm>
            <a:off x="4118153" y="2491198"/>
            <a:ext cx="2669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4919F5-F286-45B1-9ED0-E7A082E4A20F}"/>
              </a:ext>
            </a:extLst>
          </p:cNvPr>
          <p:cNvCxnSpPr>
            <a:cxnSpLocks/>
          </p:cNvCxnSpPr>
          <p:nvPr/>
        </p:nvCxnSpPr>
        <p:spPr>
          <a:xfrm>
            <a:off x="5354715" y="2474097"/>
            <a:ext cx="2669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15CCBA-62A3-461D-B2CB-390736BB463D}"/>
              </a:ext>
            </a:extLst>
          </p:cNvPr>
          <p:cNvCxnSpPr>
            <a:cxnSpLocks/>
          </p:cNvCxnSpPr>
          <p:nvPr/>
        </p:nvCxnSpPr>
        <p:spPr>
          <a:xfrm>
            <a:off x="8621486" y="2392285"/>
            <a:ext cx="4830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2105BF-584A-4066-9F63-328A8B470702}"/>
              </a:ext>
            </a:extLst>
          </p:cNvPr>
          <p:cNvCxnSpPr>
            <a:cxnSpLocks/>
          </p:cNvCxnSpPr>
          <p:nvPr/>
        </p:nvCxnSpPr>
        <p:spPr>
          <a:xfrm flipV="1">
            <a:off x="7172788" y="2773202"/>
            <a:ext cx="0" cy="597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6BC3AE6-DC82-45B2-B7AD-B4F10E12025E}"/>
              </a:ext>
            </a:extLst>
          </p:cNvPr>
          <p:cNvCxnSpPr>
            <a:cxnSpLocks/>
          </p:cNvCxnSpPr>
          <p:nvPr/>
        </p:nvCxnSpPr>
        <p:spPr>
          <a:xfrm>
            <a:off x="3838243" y="4515374"/>
            <a:ext cx="4830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419E3F7-3A23-4C92-B6D9-F5C1EC13E3F7}"/>
              </a:ext>
            </a:extLst>
          </p:cNvPr>
          <p:cNvCxnSpPr>
            <a:cxnSpLocks/>
          </p:cNvCxnSpPr>
          <p:nvPr/>
        </p:nvCxnSpPr>
        <p:spPr>
          <a:xfrm>
            <a:off x="4902829" y="2999288"/>
            <a:ext cx="0" cy="987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AA57BDA-E5D5-494E-A3CF-500A037BD447}"/>
              </a:ext>
            </a:extLst>
          </p:cNvPr>
          <p:cNvSpPr txBox="1"/>
          <p:nvPr/>
        </p:nvSpPr>
        <p:spPr>
          <a:xfrm>
            <a:off x="9189407" y="2548658"/>
            <a:ext cx="112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Elastalert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AA4D3D-526E-48C4-A7D8-48C0FCC92E21}"/>
              </a:ext>
            </a:extLst>
          </p:cNvPr>
          <p:cNvCxnSpPr>
            <a:cxnSpLocks/>
          </p:cNvCxnSpPr>
          <p:nvPr/>
        </p:nvCxnSpPr>
        <p:spPr>
          <a:xfrm>
            <a:off x="9653369" y="2928025"/>
            <a:ext cx="0" cy="564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4" descr="Download Wtb Bot/script That Messages Users On Soundcloud - Movie Script  Clipart PNG Image with No Background - PNGkey.com">
            <a:extLst>
              <a:ext uri="{FF2B5EF4-FFF2-40B4-BE49-F238E27FC236}">
                <a16:creationId xmlns:a16="http://schemas.microsoft.com/office/drawing/2014/main" id="{EA8E2D47-B4D0-497B-AB7F-BEBFBECAA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623" y="4809916"/>
            <a:ext cx="469659" cy="581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F0CC94-FF40-4B55-986F-4D14814579D0}"/>
              </a:ext>
            </a:extLst>
          </p:cNvPr>
          <p:cNvCxnSpPr>
            <a:cxnSpLocks/>
          </p:cNvCxnSpPr>
          <p:nvPr/>
        </p:nvCxnSpPr>
        <p:spPr>
          <a:xfrm flipH="1">
            <a:off x="9627398" y="4099274"/>
            <a:ext cx="1" cy="596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70E33B-AE20-4923-872E-EE086CCEC8DD}"/>
              </a:ext>
            </a:extLst>
          </p:cNvPr>
          <p:cNvCxnSpPr>
            <a:cxnSpLocks/>
          </p:cNvCxnSpPr>
          <p:nvPr/>
        </p:nvCxnSpPr>
        <p:spPr>
          <a:xfrm flipH="1">
            <a:off x="7840334" y="3764805"/>
            <a:ext cx="952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3353E-139A-4963-AA8E-BFCC7DC6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15</a:t>
            </a:fld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66CB7DF-F458-4B0D-97A9-2A90769F30BD}"/>
              </a:ext>
            </a:extLst>
          </p:cNvPr>
          <p:cNvCxnSpPr>
            <a:cxnSpLocks/>
          </p:cNvCxnSpPr>
          <p:nvPr/>
        </p:nvCxnSpPr>
        <p:spPr>
          <a:xfrm flipH="1">
            <a:off x="8006504" y="5002048"/>
            <a:ext cx="952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163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62A8-FF3A-447D-8ED5-40CC7FD9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A47A3-643A-4787-BF30-8F55E521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78136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AnalogousFromRegularSeedLeftStep">
      <a:dk1>
        <a:srgbClr val="000000"/>
      </a:dk1>
      <a:lt1>
        <a:srgbClr val="FFFFFF"/>
      </a:lt1>
      <a:dk2>
        <a:srgbClr val="1A282F"/>
      </a:dk2>
      <a:lt2>
        <a:srgbClr val="F1F3F0"/>
      </a:lt2>
      <a:accent1>
        <a:srgbClr val="A249C7"/>
      </a:accent1>
      <a:accent2>
        <a:srgbClr val="5F3BB7"/>
      </a:accent2>
      <a:accent3>
        <a:srgbClr val="4959C7"/>
      </a:accent3>
      <a:accent4>
        <a:srgbClr val="377BB5"/>
      </a:accent4>
      <a:accent5>
        <a:srgbClr val="47BBC0"/>
      </a:accent5>
      <a:accent6>
        <a:srgbClr val="37B586"/>
      </a:accent6>
      <a:hlink>
        <a:srgbClr val="529B33"/>
      </a:hlink>
      <a:folHlink>
        <a:srgbClr val="7F7F7F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1884</TotalTime>
  <Words>991</Words>
  <Application>Microsoft Office PowerPoint</Application>
  <PresentationFormat>Widescreen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Avenir Next LT Pro Light</vt:lpstr>
      <vt:lpstr>Calibri</vt:lpstr>
      <vt:lpstr>Rockwell Nova Light</vt:lpstr>
      <vt:lpstr>Rockwell Nova Light (Headings)</vt:lpstr>
      <vt:lpstr>Titillium Web</vt:lpstr>
      <vt:lpstr>Wingdings</vt:lpstr>
      <vt:lpstr>LeafVTI</vt:lpstr>
      <vt:lpstr>Building An Open-Source SOC Platform</vt:lpstr>
      <vt:lpstr>Contents</vt:lpstr>
      <vt:lpstr>SOC Business Value</vt:lpstr>
      <vt:lpstr>Mission Statements, Service Area</vt:lpstr>
      <vt:lpstr>Components of soc</vt:lpstr>
      <vt:lpstr>Components of soc</vt:lpstr>
      <vt:lpstr>SIEM – Elastic stack</vt:lpstr>
      <vt:lpstr>Event Query Language (EQL)</vt:lpstr>
      <vt:lpstr>CTI - MISP</vt:lpstr>
      <vt:lpstr>SIRP - TheHive</vt:lpstr>
      <vt:lpstr>IDS/IPS – Zeek, Suricata, Elastalert</vt:lpstr>
      <vt:lpstr>ElastAlert</vt:lpstr>
      <vt:lpstr>Example Rule</vt:lpstr>
      <vt:lpstr>WAF - ModSecurity</vt:lpstr>
      <vt:lpstr>Integration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Open-Source SOC Platform</dc:title>
  <dc:creator>kdl 4</dc:creator>
  <cp:lastModifiedBy>kdl 4</cp:lastModifiedBy>
  <cp:revision>60</cp:revision>
  <dcterms:created xsi:type="dcterms:W3CDTF">2020-11-09T08:38:30Z</dcterms:created>
  <dcterms:modified xsi:type="dcterms:W3CDTF">2020-11-14T03:53:24Z</dcterms:modified>
</cp:coreProperties>
</file>